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C316"/>
    <a:srgbClr val="0E3813"/>
    <a:srgbClr val="196522"/>
    <a:srgbClr val="061808"/>
    <a:srgbClr val="747474"/>
    <a:srgbClr val="404040"/>
    <a:srgbClr val="171717"/>
    <a:srgbClr val="0B2B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BBE132-FACF-4231-9E22-CEF511674BD6}" v="111" dt="2026-05-13T21:14:55.0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-15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rib Suárez Granados" userId="f6f9ccebebfc7d08" providerId="LiveId" clId="{E0D61F0E-1A57-478A-BBE0-5DB8FD5CD6A4}"/>
    <pc:docChg chg="undo custSel addSld delSld modSld">
      <pc:chgData name="Yarib Suárez Granados" userId="f6f9ccebebfc7d08" providerId="LiveId" clId="{E0D61F0E-1A57-478A-BBE0-5DB8FD5CD6A4}" dt="2026-05-13T21:16:23.016" v="1203" actId="1076"/>
      <pc:docMkLst>
        <pc:docMk/>
      </pc:docMkLst>
      <pc:sldChg chg="addSp delSp modSp new mod setBg">
        <pc:chgData name="Yarib Suárez Granados" userId="f6f9ccebebfc7d08" providerId="LiveId" clId="{E0D61F0E-1A57-478A-BBE0-5DB8FD5CD6A4}" dt="2026-05-13T21:16:23.016" v="1203" actId="1076"/>
        <pc:sldMkLst>
          <pc:docMk/>
          <pc:sldMk cId="4273081333" sldId="256"/>
        </pc:sldMkLst>
        <pc:spChg chg="del">
          <ac:chgData name="Yarib Suárez Granados" userId="f6f9ccebebfc7d08" providerId="LiveId" clId="{E0D61F0E-1A57-478A-BBE0-5DB8FD5CD6A4}" dt="2026-05-13T14:01:34.414" v="1" actId="478"/>
          <ac:spMkLst>
            <pc:docMk/>
            <pc:sldMk cId="4273081333" sldId="256"/>
            <ac:spMk id="2" creationId="{2F6C5EFE-0C35-A800-A1CC-2E5F5A5B1BF5}"/>
          </ac:spMkLst>
        </pc:spChg>
        <pc:spChg chg="mod">
          <ac:chgData name="Yarib Suárez Granados" userId="f6f9ccebebfc7d08" providerId="LiveId" clId="{E0D61F0E-1A57-478A-BBE0-5DB8FD5CD6A4}" dt="2026-05-13T20:29:08.368" v="1137" actId="207"/>
          <ac:spMkLst>
            <pc:docMk/>
            <pc:sldMk cId="4273081333" sldId="256"/>
            <ac:spMk id="3" creationId="{B44A9B3C-63C5-1C1A-DDDA-5EB58459ABE1}"/>
          </ac:spMkLst>
        </pc:spChg>
        <pc:spChg chg="del">
          <ac:chgData name="Yarib Suárez Granados" userId="f6f9ccebebfc7d08" providerId="LiveId" clId="{E0D61F0E-1A57-478A-BBE0-5DB8FD5CD6A4}" dt="2026-05-13T14:01:34.414" v="1" actId="478"/>
          <ac:spMkLst>
            <pc:docMk/>
            <pc:sldMk cId="4273081333" sldId="256"/>
            <ac:spMk id="3" creationId="{F58E4487-14A6-B4EF-11E9-B39DC2016DA4}"/>
          </ac:spMkLst>
        </pc:spChg>
        <pc:spChg chg="add del mod">
          <ac:chgData name="Yarib Suárez Granados" userId="f6f9ccebebfc7d08" providerId="LiveId" clId="{E0D61F0E-1A57-478A-BBE0-5DB8FD5CD6A4}" dt="2026-05-13T14:17:03.924" v="498" actId="12788"/>
          <ac:spMkLst>
            <pc:docMk/>
            <pc:sldMk cId="4273081333" sldId="256"/>
            <ac:spMk id="4" creationId="{6B163700-7209-1115-0BE0-25814C60676B}"/>
          </ac:spMkLst>
        </pc:spChg>
        <pc:spChg chg="add del mod">
          <ac:chgData name="Yarib Suárez Granados" userId="f6f9ccebebfc7d08" providerId="LiveId" clId="{E0D61F0E-1A57-478A-BBE0-5DB8FD5CD6A4}" dt="2026-05-13T14:23:35.692" v="662" actId="1076"/>
          <ac:spMkLst>
            <pc:docMk/>
            <pc:sldMk cId="4273081333" sldId="256"/>
            <ac:spMk id="5" creationId="{10913A1F-9F3C-845E-0C0D-E5A90B05931A}"/>
          </ac:spMkLst>
        </pc:spChg>
        <pc:spChg chg="add del mod topLvl">
          <ac:chgData name="Yarib Suárez Granados" userId="f6f9ccebebfc7d08" providerId="LiveId" clId="{E0D61F0E-1A57-478A-BBE0-5DB8FD5CD6A4}" dt="2026-05-13T14:16:52.710" v="496" actId="164"/>
          <ac:spMkLst>
            <pc:docMk/>
            <pc:sldMk cId="4273081333" sldId="256"/>
            <ac:spMk id="6" creationId="{D69F15CB-48A2-387A-51BF-99241565F8E6}"/>
          </ac:spMkLst>
        </pc:spChg>
        <pc:spChg chg="add del mod topLvl">
          <ac:chgData name="Yarib Suárez Granados" userId="f6f9ccebebfc7d08" providerId="LiveId" clId="{E0D61F0E-1A57-478A-BBE0-5DB8FD5CD6A4}" dt="2026-05-13T14:16:52.710" v="496" actId="164"/>
          <ac:spMkLst>
            <pc:docMk/>
            <pc:sldMk cId="4273081333" sldId="256"/>
            <ac:spMk id="7" creationId="{77DB1F12-20B5-65F6-E211-3E9F5FA8006D}"/>
          </ac:spMkLst>
        </pc:spChg>
        <pc:spChg chg="add mod">
          <ac:chgData name="Yarib Suárez Granados" userId="f6f9ccebebfc7d08" providerId="LiveId" clId="{E0D61F0E-1A57-478A-BBE0-5DB8FD5CD6A4}" dt="2026-05-13T14:15:56.098" v="398" actId="408"/>
          <ac:spMkLst>
            <pc:docMk/>
            <pc:sldMk cId="4273081333" sldId="256"/>
            <ac:spMk id="8" creationId="{2D124D5F-CDE4-BC73-3CFB-35D56552B103}"/>
          </ac:spMkLst>
        </pc:spChg>
        <pc:spChg chg="add mod">
          <ac:chgData name="Yarib Suárez Granados" userId="f6f9ccebebfc7d08" providerId="LiveId" clId="{E0D61F0E-1A57-478A-BBE0-5DB8FD5CD6A4}" dt="2026-05-13T14:15:56.098" v="398" actId="408"/>
          <ac:spMkLst>
            <pc:docMk/>
            <pc:sldMk cId="4273081333" sldId="256"/>
            <ac:spMk id="9" creationId="{802E9CB0-88C6-0F5A-5293-761B4F3D1E42}"/>
          </ac:spMkLst>
        </pc:spChg>
        <pc:spChg chg="add mod">
          <ac:chgData name="Yarib Suárez Granados" userId="f6f9ccebebfc7d08" providerId="LiveId" clId="{E0D61F0E-1A57-478A-BBE0-5DB8FD5CD6A4}" dt="2026-05-13T14:15:56.098" v="398" actId="408"/>
          <ac:spMkLst>
            <pc:docMk/>
            <pc:sldMk cId="4273081333" sldId="256"/>
            <ac:spMk id="10" creationId="{C39D3C8C-0477-1F8C-52AC-4627B3737AA5}"/>
          </ac:spMkLst>
        </pc:spChg>
        <pc:spChg chg="add mod topLvl">
          <ac:chgData name="Yarib Suárez Granados" userId="f6f9ccebebfc7d08" providerId="LiveId" clId="{E0D61F0E-1A57-478A-BBE0-5DB8FD5CD6A4}" dt="2026-05-13T14:16:52.710" v="496" actId="164"/>
          <ac:spMkLst>
            <pc:docMk/>
            <pc:sldMk cId="4273081333" sldId="256"/>
            <ac:spMk id="11" creationId="{A07FD146-55FF-CA20-7C62-C7ED0E3ADD09}"/>
          </ac:spMkLst>
        </pc:spChg>
        <pc:spChg chg="add mod">
          <ac:chgData name="Yarib Suárez Granados" userId="f6f9ccebebfc7d08" providerId="LiveId" clId="{E0D61F0E-1A57-478A-BBE0-5DB8FD5CD6A4}" dt="2026-05-13T14:15:56.098" v="398" actId="408"/>
          <ac:spMkLst>
            <pc:docMk/>
            <pc:sldMk cId="4273081333" sldId="256"/>
            <ac:spMk id="12" creationId="{837F5AB6-E3EC-B3EB-1E1E-3E3F270B8963}"/>
          </ac:spMkLst>
        </pc:spChg>
        <pc:spChg chg="add mod">
          <ac:chgData name="Yarib Suárez Granados" userId="f6f9ccebebfc7d08" providerId="LiveId" clId="{E0D61F0E-1A57-478A-BBE0-5DB8FD5CD6A4}" dt="2026-05-13T14:15:56.098" v="398" actId="408"/>
          <ac:spMkLst>
            <pc:docMk/>
            <pc:sldMk cId="4273081333" sldId="256"/>
            <ac:spMk id="13" creationId="{260996E7-E1DA-4593-D311-6D902CA14C75}"/>
          </ac:spMkLst>
        </pc:spChg>
        <pc:spChg chg="add mod">
          <ac:chgData name="Yarib Suárez Granados" userId="f6f9ccebebfc7d08" providerId="LiveId" clId="{E0D61F0E-1A57-478A-BBE0-5DB8FD5CD6A4}" dt="2026-05-13T14:15:56.098" v="398" actId="408"/>
          <ac:spMkLst>
            <pc:docMk/>
            <pc:sldMk cId="4273081333" sldId="256"/>
            <ac:spMk id="14" creationId="{E50DB638-BB82-6B27-BB54-5DE81822AF24}"/>
          </ac:spMkLst>
        </pc:spChg>
        <pc:spChg chg="add mod topLvl">
          <ac:chgData name="Yarib Suárez Granados" userId="f6f9ccebebfc7d08" providerId="LiveId" clId="{E0D61F0E-1A57-478A-BBE0-5DB8FD5CD6A4}" dt="2026-05-13T14:16:52.710" v="496" actId="164"/>
          <ac:spMkLst>
            <pc:docMk/>
            <pc:sldMk cId="4273081333" sldId="256"/>
            <ac:spMk id="15" creationId="{990F83DE-558C-7C28-B6FE-5BF07CF16B6A}"/>
          </ac:spMkLst>
        </pc:spChg>
        <pc:spChg chg="add mod topLvl">
          <ac:chgData name="Yarib Suárez Granados" userId="f6f9ccebebfc7d08" providerId="LiveId" clId="{E0D61F0E-1A57-478A-BBE0-5DB8FD5CD6A4}" dt="2026-05-13T14:16:52.710" v="496" actId="164"/>
          <ac:spMkLst>
            <pc:docMk/>
            <pc:sldMk cId="4273081333" sldId="256"/>
            <ac:spMk id="16" creationId="{36965D6F-639C-8A8A-C149-D2AFBAC32E08}"/>
          </ac:spMkLst>
        </pc:spChg>
        <pc:spChg chg="add mod">
          <ac:chgData name="Yarib Suárez Granados" userId="f6f9ccebebfc7d08" providerId="LiveId" clId="{E0D61F0E-1A57-478A-BBE0-5DB8FD5CD6A4}" dt="2026-05-13T14:16:43.851" v="471" actId="1036"/>
          <ac:spMkLst>
            <pc:docMk/>
            <pc:sldMk cId="4273081333" sldId="256"/>
            <ac:spMk id="17" creationId="{F262FFC9-1B50-F9D0-5420-EB5F7D53D534}"/>
          </ac:spMkLst>
        </pc:spChg>
        <pc:spChg chg="add mod topLvl">
          <ac:chgData name="Yarib Suárez Granados" userId="f6f9ccebebfc7d08" providerId="LiveId" clId="{E0D61F0E-1A57-478A-BBE0-5DB8FD5CD6A4}" dt="2026-05-13T14:16:52.710" v="496" actId="164"/>
          <ac:spMkLst>
            <pc:docMk/>
            <pc:sldMk cId="4273081333" sldId="256"/>
            <ac:spMk id="18" creationId="{9E071EC1-B45B-94A2-A831-BD06733D5604}"/>
          </ac:spMkLst>
        </pc:spChg>
        <pc:spChg chg="add mod">
          <ac:chgData name="Yarib Suárez Granados" userId="f6f9ccebebfc7d08" providerId="LiveId" clId="{E0D61F0E-1A57-478A-BBE0-5DB8FD5CD6A4}" dt="2026-05-13T14:33:18.228" v="870" actId="2711"/>
          <ac:spMkLst>
            <pc:docMk/>
            <pc:sldMk cId="4273081333" sldId="256"/>
            <ac:spMk id="19" creationId="{FE05B442-B78F-BA40-2486-25DE213E8C10}"/>
          </ac:spMkLst>
        </pc:spChg>
        <pc:spChg chg="add mod topLvl">
          <ac:chgData name="Yarib Suárez Granados" userId="f6f9ccebebfc7d08" providerId="LiveId" clId="{E0D61F0E-1A57-478A-BBE0-5DB8FD5CD6A4}" dt="2026-05-13T14:33:18.228" v="870" actId="2711"/>
          <ac:spMkLst>
            <pc:docMk/>
            <pc:sldMk cId="4273081333" sldId="256"/>
            <ac:spMk id="20" creationId="{F9A1AD47-2AE1-26C9-697E-C1ADADB69273}"/>
          </ac:spMkLst>
        </pc:spChg>
        <pc:spChg chg="add mod">
          <ac:chgData name="Yarib Suárez Granados" userId="f6f9ccebebfc7d08" providerId="LiveId" clId="{E0D61F0E-1A57-478A-BBE0-5DB8FD5CD6A4}" dt="2026-05-13T14:33:18.228" v="870" actId="2711"/>
          <ac:spMkLst>
            <pc:docMk/>
            <pc:sldMk cId="4273081333" sldId="256"/>
            <ac:spMk id="21" creationId="{0E0DE407-C8CF-1DF2-1893-B86E12F82F85}"/>
          </ac:spMkLst>
        </pc:spChg>
        <pc:spChg chg="add mod topLvl">
          <ac:chgData name="Yarib Suárez Granados" userId="f6f9ccebebfc7d08" providerId="LiveId" clId="{E0D61F0E-1A57-478A-BBE0-5DB8FD5CD6A4}" dt="2026-05-13T14:16:52.710" v="496" actId="164"/>
          <ac:spMkLst>
            <pc:docMk/>
            <pc:sldMk cId="4273081333" sldId="256"/>
            <ac:spMk id="22" creationId="{2BF97830-B240-D31C-1D96-83797F085CF0}"/>
          </ac:spMkLst>
        </pc:spChg>
        <pc:spChg chg="add mod">
          <ac:chgData name="Yarib Suárez Granados" userId="f6f9ccebebfc7d08" providerId="LiveId" clId="{E0D61F0E-1A57-478A-BBE0-5DB8FD5CD6A4}" dt="2026-05-13T14:16:43.851" v="471" actId="1036"/>
          <ac:spMkLst>
            <pc:docMk/>
            <pc:sldMk cId="4273081333" sldId="256"/>
            <ac:spMk id="23" creationId="{B27A1D01-2E59-C134-3A49-9464E0933C4E}"/>
          </ac:spMkLst>
        </pc:spChg>
        <pc:spChg chg="add mod">
          <ac:chgData name="Yarib Suárez Granados" userId="f6f9ccebebfc7d08" providerId="LiveId" clId="{E0D61F0E-1A57-478A-BBE0-5DB8FD5CD6A4}" dt="2026-05-13T14:16:43.851" v="471" actId="1036"/>
          <ac:spMkLst>
            <pc:docMk/>
            <pc:sldMk cId="4273081333" sldId="256"/>
            <ac:spMk id="24" creationId="{2C1CA9A9-B02F-7B0C-9522-9D6B78189FFF}"/>
          </ac:spMkLst>
        </pc:spChg>
        <pc:spChg chg="add mod">
          <ac:chgData name="Yarib Suárez Granados" userId="f6f9ccebebfc7d08" providerId="LiveId" clId="{E0D61F0E-1A57-478A-BBE0-5DB8FD5CD6A4}" dt="2026-05-13T14:16:46.637" v="482" actId="1035"/>
          <ac:spMkLst>
            <pc:docMk/>
            <pc:sldMk cId="4273081333" sldId="256"/>
            <ac:spMk id="25" creationId="{11C9EE68-40B9-F357-9C32-9C279FC56FE9}"/>
          </ac:spMkLst>
        </pc:spChg>
        <pc:spChg chg="add mod">
          <ac:chgData name="Yarib Suárez Granados" userId="f6f9ccebebfc7d08" providerId="LiveId" clId="{E0D61F0E-1A57-478A-BBE0-5DB8FD5CD6A4}" dt="2026-05-13T14:16:46.637" v="482" actId="1035"/>
          <ac:spMkLst>
            <pc:docMk/>
            <pc:sldMk cId="4273081333" sldId="256"/>
            <ac:spMk id="26" creationId="{8310A91F-B55D-8EEE-E3BE-3CFE2D60EAA1}"/>
          </ac:spMkLst>
        </pc:spChg>
        <pc:spChg chg="add mod topLvl">
          <ac:chgData name="Yarib Suárez Granados" userId="f6f9ccebebfc7d08" providerId="LiveId" clId="{E0D61F0E-1A57-478A-BBE0-5DB8FD5CD6A4}" dt="2026-05-13T14:33:18.228" v="870" actId="2711"/>
          <ac:spMkLst>
            <pc:docMk/>
            <pc:sldMk cId="4273081333" sldId="256"/>
            <ac:spMk id="27" creationId="{5F157C7F-792A-5626-F0B1-0FD8E8D0E009}"/>
          </ac:spMkLst>
        </pc:spChg>
        <pc:spChg chg="add mod">
          <ac:chgData name="Yarib Suárez Granados" userId="f6f9ccebebfc7d08" providerId="LiveId" clId="{E0D61F0E-1A57-478A-BBE0-5DB8FD5CD6A4}" dt="2026-05-13T14:16:46.637" v="482" actId="1035"/>
          <ac:spMkLst>
            <pc:docMk/>
            <pc:sldMk cId="4273081333" sldId="256"/>
            <ac:spMk id="28" creationId="{620595E9-315F-72D1-C5C2-5656C1F67773}"/>
          </ac:spMkLst>
        </pc:spChg>
        <pc:spChg chg="add mod">
          <ac:chgData name="Yarib Suárez Granados" userId="f6f9ccebebfc7d08" providerId="LiveId" clId="{E0D61F0E-1A57-478A-BBE0-5DB8FD5CD6A4}" dt="2026-05-13T14:16:46.637" v="482" actId="1035"/>
          <ac:spMkLst>
            <pc:docMk/>
            <pc:sldMk cId="4273081333" sldId="256"/>
            <ac:spMk id="29" creationId="{A5874E6C-9A5F-01C5-F68B-553DD29BDCFF}"/>
          </ac:spMkLst>
        </pc:spChg>
        <pc:spChg chg="add mod topLvl">
          <ac:chgData name="Yarib Suárez Granados" userId="f6f9ccebebfc7d08" providerId="LiveId" clId="{E0D61F0E-1A57-478A-BBE0-5DB8FD5CD6A4}" dt="2026-05-13T14:16:52.710" v="496" actId="164"/>
          <ac:spMkLst>
            <pc:docMk/>
            <pc:sldMk cId="4273081333" sldId="256"/>
            <ac:spMk id="30" creationId="{B636CA52-570B-8DFE-50CC-DE5BB77F86C4}"/>
          </ac:spMkLst>
        </pc:spChg>
        <pc:spChg chg="add mod">
          <ac:chgData name="Yarib Suárez Granados" userId="f6f9ccebebfc7d08" providerId="LiveId" clId="{E0D61F0E-1A57-478A-BBE0-5DB8FD5CD6A4}" dt="2026-05-13T14:16:46.637" v="482" actId="1035"/>
          <ac:spMkLst>
            <pc:docMk/>
            <pc:sldMk cId="4273081333" sldId="256"/>
            <ac:spMk id="31" creationId="{D7858FFC-B0CA-DCD3-F0EA-2E0E536CD5A5}"/>
          </ac:spMkLst>
        </pc:spChg>
        <pc:spChg chg="add mod">
          <ac:chgData name="Yarib Suárez Granados" userId="f6f9ccebebfc7d08" providerId="LiveId" clId="{E0D61F0E-1A57-478A-BBE0-5DB8FD5CD6A4}" dt="2026-05-13T14:16:46.637" v="482" actId="1035"/>
          <ac:spMkLst>
            <pc:docMk/>
            <pc:sldMk cId="4273081333" sldId="256"/>
            <ac:spMk id="32" creationId="{F651F508-925A-0471-52EB-8579B72EAF52}"/>
          </ac:spMkLst>
        </pc:spChg>
        <pc:spChg chg="add mod">
          <ac:chgData name="Yarib Suárez Granados" userId="f6f9ccebebfc7d08" providerId="LiveId" clId="{E0D61F0E-1A57-478A-BBE0-5DB8FD5CD6A4}" dt="2026-05-13T14:33:18.228" v="870" actId="2711"/>
          <ac:spMkLst>
            <pc:docMk/>
            <pc:sldMk cId="4273081333" sldId="256"/>
            <ac:spMk id="33" creationId="{5765599F-C9E9-FEC1-0BF5-F5CD9A001E54}"/>
          </ac:spMkLst>
        </pc:spChg>
        <pc:spChg chg="mod">
          <ac:chgData name="Yarib Suárez Granados" userId="f6f9ccebebfc7d08" providerId="LiveId" clId="{E0D61F0E-1A57-478A-BBE0-5DB8FD5CD6A4}" dt="2026-05-13T20:29:14.689" v="1151" actId="20577"/>
          <ac:spMkLst>
            <pc:docMk/>
            <pc:sldMk cId="4273081333" sldId="256"/>
            <ac:spMk id="34" creationId="{91A6DB41-585B-90C2-6127-6C715A1A29C4}"/>
          </ac:spMkLst>
        </pc:spChg>
        <pc:spChg chg="add mod topLvl">
          <ac:chgData name="Yarib Suárez Granados" userId="f6f9ccebebfc7d08" providerId="LiveId" clId="{E0D61F0E-1A57-478A-BBE0-5DB8FD5CD6A4}" dt="2026-05-13T14:16:59.691" v="497" actId="164"/>
          <ac:spMkLst>
            <pc:docMk/>
            <pc:sldMk cId="4273081333" sldId="256"/>
            <ac:spMk id="35" creationId="{B8A490A8-DBC5-F077-3F7F-1791A8AAAF33}"/>
          </ac:spMkLst>
        </pc:spChg>
        <pc:spChg chg="add mod topLvl">
          <ac:chgData name="Yarib Suárez Granados" userId="f6f9ccebebfc7d08" providerId="LiveId" clId="{E0D61F0E-1A57-478A-BBE0-5DB8FD5CD6A4}" dt="2026-05-13T14:16:59.691" v="497" actId="164"/>
          <ac:spMkLst>
            <pc:docMk/>
            <pc:sldMk cId="4273081333" sldId="256"/>
            <ac:spMk id="36" creationId="{97047C6A-B1FC-B55E-7396-52CAA5ADED56}"/>
          </ac:spMkLst>
        </pc:spChg>
        <pc:spChg chg="add mod">
          <ac:chgData name="Yarib Suárez Granados" userId="f6f9ccebebfc7d08" providerId="LiveId" clId="{E0D61F0E-1A57-478A-BBE0-5DB8FD5CD6A4}" dt="2026-05-13T14:10:13.799" v="266" actId="164"/>
          <ac:spMkLst>
            <pc:docMk/>
            <pc:sldMk cId="4273081333" sldId="256"/>
            <ac:spMk id="37" creationId="{DAD7D9D2-92F1-1918-4DA4-5F63E96DAC6A}"/>
          </ac:spMkLst>
        </pc:spChg>
        <pc:spChg chg="add mod topLvl">
          <ac:chgData name="Yarib Suárez Granados" userId="f6f9ccebebfc7d08" providerId="LiveId" clId="{E0D61F0E-1A57-478A-BBE0-5DB8FD5CD6A4}" dt="2026-05-13T14:33:18.228" v="870" actId="2711"/>
          <ac:spMkLst>
            <pc:docMk/>
            <pc:sldMk cId="4273081333" sldId="256"/>
            <ac:spMk id="38" creationId="{40CFD8E7-8D2E-F02B-25E6-4AE9E8BC5FB7}"/>
          </ac:spMkLst>
        </pc:spChg>
        <pc:spChg chg="add mod topLvl">
          <ac:chgData name="Yarib Suárez Granados" userId="f6f9ccebebfc7d08" providerId="LiveId" clId="{E0D61F0E-1A57-478A-BBE0-5DB8FD5CD6A4}" dt="2026-05-13T14:16:59.691" v="497" actId="164"/>
          <ac:spMkLst>
            <pc:docMk/>
            <pc:sldMk cId="4273081333" sldId="256"/>
            <ac:spMk id="39" creationId="{BC129F39-AD09-1F48-9F72-7A15040019FD}"/>
          </ac:spMkLst>
        </pc:spChg>
        <pc:spChg chg="add mod">
          <ac:chgData name="Yarib Suárez Granados" userId="f6f9ccebebfc7d08" providerId="LiveId" clId="{E0D61F0E-1A57-478A-BBE0-5DB8FD5CD6A4}" dt="2026-05-13T14:10:13.799" v="266" actId="164"/>
          <ac:spMkLst>
            <pc:docMk/>
            <pc:sldMk cId="4273081333" sldId="256"/>
            <ac:spMk id="40" creationId="{08A200FA-6731-197C-54C7-3B93FA29E65C}"/>
          </ac:spMkLst>
        </pc:spChg>
        <pc:spChg chg="add mod">
          <ac:chgData name="Yarib Suárez Granados" userId="f6f9ccebebfc7d08" providerId="LiveId" clId="{E0D61F0E-1A57-478A-BBE0-5DB8FD5CD6A4}" dt="2026-05-13T14:10:22.534" v="268" actId="164"/>
          <ac:spMkLst>
            <pc:docMk/>
            <pc:sldMk cId="4273081333" sldId="256"/>
            <ac:spMk id="41" creationId="{DE231250-A9F7-1270-1A4E-E0E92394B042}"/>
          </ac:spMkLst>
        </pc:spChg>
        <pc:spChg chg="add mod topLvl">
          <ac:chgData name="Yarib Suárez Granados" userId="f6f9ccebebfc7d08" providerId="LiveId" clId="{E0D61F0E-1A57-478A-BBE0-5DB8FD5CD6A4}" dt="2026-05-13T14:16:59.691" v="497" actId="164"/>
          <ac:spMkLst>
            <pc:docMk/>
            <pc:sldMk cId="4273081333" sldId="256"/>
            <ac:spMk id="42" creationId="{FFFDF87C-09EF-9DE7-24E9-D03F77FA42D8}"/>
          </ac:spMkLst>
        </pc:spChg>
        <pc:spChg chg="add mod topLvl">
          <ac:chgData name="Yarib Suárez Granados" userId="f6f9ccebebfc7d08" providerId="LiveId" clId="{E0D61F0E-1A57-478A-BBE0-5DB8FD5CD6A4}" dt="2026-05-13T14:33:18.228" v="870" actId="2711"/>
          <ac:spMkLst>
            <pc:docMk/>
            <pc:sldMk cId="4273081333" sldId="256"/>
            <ac:spMk id="43" creationId="{7C20AEF6-46A6-5252-0194-7D30B7BEC69B}"/>
          </ac:spMkLst>
        </pc:spChg>
        <pc:spChg chg="add mod">
          <ac:chgData name="Yarib Suárez Granados" userId="f6f9ccebebfc7d08" providerId="LiveId" clId="{E0D61F0E-1A57-478A-BBE0-5DB8FD5CD6A4}" dt="2026-05-13T14:10:22.534" v="268" actId="164"/>
          <ac:spMkLst>
            <pc:docMk/>
            <pc:sldMk cId="4273081333" sldId="256"/>
            <ac:spMk id="44" creationId="{6B337AC4-0A0E-CE1B-F182-33CF05D4A21D}"/>
          </ac:spMkLst>
        </pc:spChg>
        <pc:spChg chg="add mod">
          <ac:chgData name="Yarib Suárez Granados" userId="f6f9ccebebfc7d08" providerId="LiveId" clId="{E0D61F0E-1A57-478A-BBE0-5DB8FD5CD6A4}" dt="2026-05-13T14:10:18.396" v="267" actId="164"/>
          <ac:spMkLst>
            <pc:docMk/>
            <pc:sldMk cId="4273081333" sldId="256"/>
            <ac:spMk id="45" creationId="{5E9C9DC5-FDBB-F702-46EC-010AB94FB5C2}"/>
          </ac:spMkLst>
        </pc:spChg>
        <pc:spChg chg="add mod topLvl">
          <ac:chgData name="Yarib Suárez Granados" userId="f6f9ccebebfc7d08" providerId="LiveId" clId="{E0D61F0E-1A57-478A-BBE0-5DB8FD5CD6A4}" dt="2026-05-13T14:16:59.691" v="497" actId="164"/>
          <ac:spMkLst>
            <pc:docMk/>
            <pc:sldMk cId="4273081333" sldId="256"/>
            <ac:spMk id="46" creationId="{C9EA5DC5-9AAC-7DE9-E260-DE35620ABF43}"/>
          </ac:spMkLst>
        </pc:spChg>
        <pc:spChg chg="add mod topLvl">
          <ac:chgData name="Yarib Suárez Granados" userId="f6f9ccebebfc7d08" providerId="LiveId" clId="{E0D61F0E-1A57-478A-BBE0-5DB8FD5CD6A4}" dt="2026-05-13T14:16:59.691" v="497" actId="164"/>
          <ac:spMkLst>
            <pc:docMk/>
            <pc:sldMk cId="4273081333" sldId="256"/>
            <ac:spMk id="47" creationId="{C049E5D3-B516-E381-3A44-EB176AA57711}"/>
          </ac:spMkLst>
        </pc:spChg>
        <pc:spChg chg="add mod topLvl">
          <ac:chgData name="Yarib Suárez Granados" userId="f6f9ccebebfc7d08" providerId="LiveId" clId="{E0D61F0E-1A57-478A-BBE0-5DB8FD5CD6A4}" dt="2026-05-13T14:16:59.691" v="497" actId="164"/>
          <ac:spMkLst>
            <pc:docMk/>
            <pc:sldMk cId="4273081333" sldId="256"/>
            <ac:spMk id="48" creationId="{6CA6FC60-2AC1-151E-E7BA-C7FC32074054}"/>
          </ac:spMkLst>
        </pc:spChg>
        <pc:spChg chg="add mod topLvl">
          <ac:chgData name="Yarib Suárez Granados" userId="f6f9ccebebfc7d08" providerId="LiveId" clId="{E0D61F0E-1A57-478A-BBE0-5DB8FD5CD6A4}" dt="2026-05-13T14:33:18.228" v="870" actId="2711"/>
          <ac:spMkLst>
            <pc:docMk/>
            <pc:sldMk cId="4273081333" sldId="256"/>
            <ac:spMk id="49" creationId="{A610B349-82A5-6EB1-8046-E3D8F2F478ED}"/>
          </ac:spMkLst>
        </pc:spChg>
        <pc:spChg chg="add mod">
          <ac:chgData name="Yarib Suárez Granados" userId="f6f9ccebebfc7d08" providerId="LiveId" clId="{E0D61F0E-1A57-478A-BBE0-5DB8FD5CD6A4}" dt="2026-05-13T14:10:22.534" v="268" actId="164"/>
          <ac:spMkLst>
            <pc:docMk/>
            <pc:sldMk cId="4273081333" sldId="256"/>
            <ac:spMk id="50" creationId="{FD0129B1-34AC-4847-69F1-3F8CE863BCBC}"/>
          </ac:spMkLst>
        </pc:spChg>
        <pc:spChg chg="add mod">
          <ac:chgData name="Yarib Suárez Granados" userId="f6f9ccebebfc7d08" providerId="LiveId" clId="{E0D61F0E-1A57-478A-BBE0-5DB8FD5CD6A4}" dt="2026-05-13T14:10:18.396" v="267" actId="164"/>
          <ac:spMkLst>
            <pc:docMk/>
            <pc:sldMk cId="4273081333" sldId="256"/>
            <ac:spMk id="51" creationId="{885E2548-A7DB-5178-70C5-72497AF453C6}"/>
          </ac:spMkLst>
        </pc:spChg>
        <pc:spChg chg="add mod">
          <ac:chgData name="Yarib Suárez Granados" userId="f6f9ccebebfc7d08" providerId="LiveId" clId="{E0D61F0E-1A57-478A-BBE0-5DB8FD5CD6A4}" dt="2026-05-13T14:33:18.228" v="870" actId="2711"/>
          <ac:spMkLst>
            <pc:docMk/>
            <pc:sldMk cId="4273081333" sldId="256"/>
            <ac:spMk id="52" creationId="{669FE2D7-59B1-E5E8-96A7-C97100CFD303}"/>
          </ac:spMkLst>
        </pc:spChg>
        <pc:spChg chg="mod">
          <ac:chgData name="Yarib Suárez Granados" userId="f6f9ccebebfc7d08" providerId="LiveId" clId="{E0D61F0E-1A57-478A-BBE0-5DB8FD5CD6A4}" dt="2026-05-13T20:29:19.014" v="1152"/>
          <ac:spMkLst>
            <pc:docMk/>
            <pc:sldMk cId="4273081333" sldId="256"/>
            <ac:spMk id="54" creationId="{05E39015-CC89-1C7F-90AA-18E0679DAB81}"/>
          </ac:spMkLst>
        </pc:spChg>
        <pc:spChg chg="mod">
          <ac:chgData name="Yarib Suárez Granados" userId="f6f9ccebebfc7d08" providerId="LiveId" clId="{E0D61F0E-1A57-478A-BBE0-5DB8FD5CD6A4}" dt="2026-05-13T20:29:19.014" v="1152"/>
          <ac:spMkLst>
            <pc:docMk/>
            <pc:sldMk cId="4273081333" sldId="256"/>
            <ac:spMk id="55" creationId="{63563244-24E8-6FA0-F429-E8710D2ABD67}"/>
          </ac:spMkLst>
        </pc:spChg>
        <pc:spChg chg="add mod">
          <ac:chgData name="Yarib Suárez Granados" userId="f6f9ccebebfc7d08" providerId="LiveId" clId="{E0D61F0E-1A57-478A-BBE0-5DB8FD5CD6A4}" dt="2026-05-13T20:29:28.575" v="1155"/>
          <ac:spMkLst>
            <pc:docMk/>
            <pc:sldMk cId="4273081333" sldId="256"/>
            <ac:spMk id="56" creationId="{345A69C4-C3D8-3CB1-DB53-A1D407643673}"/>
          </ac:spMkLst>
        </pc:spChg>
        <pc:spChg chg="mod">
          <ac:chgData name="Yarib Suárez Granados" userId="f6f9ccebebfc7d08" providerId="LiveId" clId="{E0D61F0E-1A57-478A-BBE0-5DB8FD5CD6A4}" dt="2026-05-13T20:29:35.500" v="1156"/>
          <ac:spMkLst>
            <pc:docMk/>
            <pc:sldMk cId="4273081333" sldId="256"/>
            <ac:spMk id="58" creationId="{8A10927B-9215-48E6-BD6A-E842FEB2060A}"/>
          </ac:spMkLst>
        </pc:spChg>
        <pc:spChg chg="mod">
          <ac:chgData name="Yarib Suárez Granados" userId="f6f9ccebebfc7d08" providerId="LiveId" clId="{E0D61F0E-1A57-478A-BBE0-5DB8FD5CD6A4}" dt="2026-05-13T20:29:44.048" v="1175" actId="20577"/>
          <ac:spMkLst>
            <pc:docMk/>
            <pc:sldMk cId="4273081333" sldId="256"/>
            <ac:spMk id="59" creationId="{2AB59CF1-144D-1F1F-CBA0-076918DC1520}"/>
          </ac:spMkLst>
        </pc:spChg>
        <pc:spChg chg="add mod">
          <ac:chgData name="Yarib Suárez Granados" userId="f6f9ccebebfc7d08" providerId="LiveId" clId="{E0D61F0E-1A57-478A-BBE0-5DB8FD5CD6A4}" dt="2026-05-13T14:17:16.588" v="514" actId="1076"/>
          <ac:spMkLst>
            <pc:docMk/>
            <pc:sldMk cId="4273081333" sldId="256"/>
            <ac:spMk id="64" creationId="{63B78E0D-D4A6-63AF-BA09-50C669CC0484}"/>
          </ac:spMkLst>
        </pc:spChg>
        <pc:spChg chg="add mod">
          <ac:chgData name="Yarib Suárez Granados" userId="f6f9ccebebfc7d08" providerId="LiveId" clId="{E0D61F0E-1A57-478A-BBE0-5DB8FD5CD6A4}" dt="2026-05-13T14:17:16.588" v="514" actId="1076"/>
          <ac:spMkLst>
            <pc:docMk/>
            <pc:sldMk cId="4273081333" sldId="256"/>
            <ac:spMk id="65" creationId="{43DE1464-5D17-452A-515C-1EB59D7A0CB7}"/>
          </ac:spMkLst>
        </pc:spChg>
        <pc:spChg chg="add mod">
          <ac:chgData name="Yarib Suárez Granados" userId="f6f9ccebebfc7d08" providerId="LiveId" clId="{E0D61F0E-1A57-478A-BBE0-5DB8FD5CD6A4}" dt="2026-05-13T14:17:16.588" v="514" actId="1076"/>
          <ac:spMkLst>
            <pc:docMk/>
            <pc:sldMk cId="4273081333" sldId="256"/>
            <ac:spMk id="66" creationId="{5BC9BFE2-A45B-62E9-3578-D15658AFBC36}"/>
          </ac:spMkLst>
        </pc:spChg>
        <pc:spChg chg="add mod ord">
          <ac:chgData name="Yarib Suárez Granados" userId="f6f9ccebebfc7d08" providerId="LiveId" clId="{E0D61F0E-1A57-478A-BBE0-5DB8FD5CD6A4}" dt="2026-05-13T14:22:28.612" v="601" actId="14100"/>
          <ac:spMkLst>
            <pc:docMk/>
            <pc:sldMk cId="4273081333" sldId="256"/>
            <ac:spMk id="69" creationId="{6D04E5AC-C9C6-CF13-00C6-3C1ACACF6283}"/>
          </ac:spMkLst>
        </pc:spChg>
        <pc:spChg chg="add mod">
          <ac:chgData name="Yarib Suárez Granados" userId="f6f9ccebebfc7d08" providerId="LiveId" clId="{E0D61F0E-1A57-478A-BBE0-5DB8FD5CD6A4}" dt="2026-05-13T14:23:24.515" v="661" actId="1076"/>
          <ac:spMkLst>
            <pc:docMk/>
            <pc:sldMk cId="4273081333" sldId="256"/>
            <ac:spMk id="77" creationId="{2DEFBC2C-715C-3675-181D-7DA53E985220}"/>
          </ac:spMkLst>
        </pc:spChg>
        <pc:spChg chg="add del mod">
          <ac:chgData name="Yarib Suárez Granados" userId="f6f9ccebebfc7d08" providerId="LiveId" clId="{E0D61F0E-1A57-478A-BBE0-5DB8FD5CD6A4}" dt="2026-05-13T14:23:17.653" v="658" actId="478"/>
          <ac:spMkLst>
            <pc:docMk/>
            <pc:sldMk cId="4273081333" sldId="256"/>
            <ac:spMk id="80" creationId="{2FDF43BB-36E3-27BC-76D3-53573948E398}"/>
          </ac:spMkLst>
        </pc:spChg>
        <pc:spChg chg="add mod">
          <ac:chgData name="Yarib Suárez Granados" userId="f6f9ccebebfc7d08" providerId="LiveId" clId="{E0D61F0E-1A57-478A-BBE0-5DB8FD5CD6A4}" dt="2026-05-13T14:35:15.981" v="938" actId="164"/>
          <ac:spMkLst>
            <pc:docMk/>
            <pc:sldMk cId="4273081333" sldId="256"/>
            <ac:spMk id="81" creationId="{4F216B4D-A875-F35A-27BB-723B2F63D4B0}"/>
          </ac:spMkLst>
        </pc:spChg>
        <pc:spChg chg="add mod">
          <ac:chgData name="Yarib Suárez Granados" userId="f6f9ccebebfc7d08" providerId="LiveId" clId="{E0D61F0E-1A57-478A-BBE0-5DB8FD5CD6A4}" dt="2026-05-13T14:35:11.368" v="937" actId="164"/>
          <ac:spMkLst>
            <pc:docMk/>
            <pc:sldMk cId="4273081333" sldId="256"/>
            <ac:spMk id="82" creationId="{B92CDA2C-CC12-2D9B-A914-1D4EDA1E4146}"/>
          </ac:spMkLst>
        </pc:spChg>
        <pc:spChg chg="add mod">
          <ac:chgData name="Yarib Suárez Granados" userId="f6f9ccebebfc7d08" providerId="LiveId" clId="{E0D61F0E-1A57-478A-BBE0-5DB8FD5CD6A4}" dt="2026-05-13T14:35:08.127" v="936" actId="164"/>
          <ac:spMkLst>
            <pc:docMk/>
            <pc:sldMk cId="4273081333" sldId="256"/>
            <ac:spMk id="83" creationId="{D6484882-0D2B-DD28-34A2-AA7CD91054DE}"/>
          </ac:spMkLst>
        </pc:spChg>
        <pc:spChg chg="add mod ord">
          <ac:chgData name="Yarib Suárez Granados" userId="f6f9ccebebfc7d08" providerId="LiveId" clId="{E0D61F0E-1A57-478A-BBE0-5DB8FD5CD6A4}" dt="2026-05-13T14:35:15.981" v="938" actId="164"/>
          <ac:spMkLst>
            <pc:docMk/>
            <pc:sldMk cId="4273081333" sldId="256"/>
            <ac:spMk id="84" creationId="{59A79505-4DE2-46BE-CE07-8520C09410A8}"/>
          </ac:spMkLst>
        </pc:spChg>
        <pc:spChg chg="add mod">
          <ac:chgData name="Yarib Suárez Granados" userId="f6f9ccebebfc7d08" providerId="LiveId" clId="{E0D61F0E-1A57-478A-BBE0-5DB8FD5CD6A4}" dt="2026-05-13T14:35:08.127" v="936" actId="164"/>
          <ac:spMkLst>
            <pc:docMk/>
            <pc:sldMk cId="4273081333" sldId="256"/>
            <ac:spMk id="85" creationId="{28631009-A6E1-9CB7-A610-465E9808297D}"/>
          </ac:spMkLst>
        </pc:spChg>
        <pc:spChg chg="add mod">
          <ac:chgData name="Yarib Suárez Granados" userId="f6f9ccebebfc7d08" providerId="LiveId" clId="{E0D61F0E-1A57-478A-BBE0-5DB8FD5CD6A4}" dt="2026-05-13T14:35:11.368" v="937" actId="164"/>
          <ac:spMkLst>
            <pc:docMk/>
            <pc:sldMk cId="4273081333" sldId="256"/>
            <ac:spMk id="86" creationId="{8AF80700-5C8A-D2C4-FBD7-BFB564B4D956}"/>
          </ac:spMkLst>
        </pc:spChg>
        <pc:grpChg chg="add mod">
          <ac:chgData name="Yarib Suárez Granados" userId="f6f9ccebebfc7d08" providerId="LiveId" clId="{E0D61F0E-1A57-478A-BBE0-5DB8FD5CD6A4}" dt="2026-05-13T20:28:41.981" v="1135" actId="1076"/>
          <ac:grpSpMkLst>
            <pc:docMk/>
            <pc:sldMk cId="4273081333" sldId="256"/>
            <ac:grpSpMk id="2" creationId="{B330C21B-03BA-51F1-4DFD-FE72EEEE9076}"/>
          </ac:grpSpMkLst>
        </pc:grpChg>
        <pc:grpChg chg="mod">
          <ac:chgData name="Yarib Suárez Granados" userId="f6f9ccebebfc7d08" providerId="LiveId" clId="{E0D61F0E-1A57-478A-BBE0-5DB8FD5CD6A4}" dt="2026-05-13T14:08:26.041" v="232" actId="1076"/>
          <ac:grpSpMkLst>
            <pc:docMk/>
            <pc:sldMk cId="4273081333" sldId="256"/>
            <ac:grpSpMk id="34" creationId="{055B3C45-A4B1-4F7F-7964-CE10ACC7B08E}"/>
          </ac:grpSpMkLst>
        </pc:grpChg>
        <pc:grpChg chg="add mod">
          <ac:chgData name="Yarib Suárez Granados" userId="f6f9ccebebfc7d08" providerId="LiveId" clId="{E0D61F0E-1A57-478A-BBE0-5DB8FD5CD6A4}" dt="2026-05-13T20:29:20.571" v="1154" actId="1076"/>
          <ac:grpSpMkLst>
            <pc:docMk/>
            <pc:sldMk cId="4273081333" sldId="256"/>
            <ac:grpSpMk id="53" creationId="{3C58E832-5DC3-7BA6-5547-C7244EC46604}"/>
          </ac:grpSpMkLst>
        </pc:grpChg>
        <pc:grpChg chg="add mod">
          <ac:chgData name="Yarib Suárez Granados" userId="f6f9ccebebfc7d08" providerId="LiveId" clId="{E0D61F0E-1A57-478A-BBE0-5DB8FD5CD6A4}" dt="2026-05-13T14:10:01.822" v="261" actId="164"/>
          <ac:grpSpMkLst>
            <pc:docMk/>
            <pc:sldMk cId="4273081333" sldId="256"/>
            <ac:grpSpMk id="53" creationId="{C03A91FE-49DF-D35B-D567-0BA3109D4433}"/>
          </ac:grpSpMkLst>
        </pc:grpChg>
        <pc:grpChg chg="add mod">
          <ac:chgData name="Yarib Suárez Granados" userId="f6f9ccebebfc7d08" providerId="LiveId" clId="{E0D61F0E-1A57-478A-BBE0-5DB8FD5CD6A4}" dt="2026-05-13T14:10:01.822" v="261" actId="164"/>
          <ac:grpSpMkLst>
            <pc:docMk/>
            <pc:sldMk cId="4273081333" sldId="256"/>
            <ac:grpSpMk id="54" creationId="{CF5CB579-2FA8-6FEB-AB7E-FEFC07F054D6}"/>
          </ac:grpSpMkLst>
        </pc:grpChg>
        <pc:grpChg chg="add mod">
          <ac:chgData name="Yarib Suárez Granados" userId="f6f9ccebebfc7d08" providerId="LiveId" clId="{E0D61F0E-1A57-478A-BBE0-5DB8FD5CD6A4}" dt="2026-05-13T14:10:01.822" v="261" actId="164"/>
          <ac:grpSpMkLst>
            <pc:docMk/>
            <pc:sldMk cId="4273081333" sldId="256"/>
            <ac:grpSpMk id="55" creationId="{B4E86E89-71B1-982C-742D-88F20FAF88D6}"/>
          </ac:grpSpMkLst>
        </pc:grpChg>
        <pc:grpChg chg="add mod">
          <ac:chgData name="Yarib Suárez Granados" userId="f6f9ccebebfc7d08" providerId="LiveId" clId="{E0D61F0E-1A57-478A-BBE0-5DB8FD5CD6A4}" dt="2026-05-13T14:10:01.822" v="261" actId="164"/>
          <ac:grpSpMkLst>
            <pc:docMk/>
            <pc:sldMk cId="4273081333" sldId="256"/>
            <ac:grpSpMk id="56" creationId="{F722CB82-26FC-9D1B-90C0-F7524EBF85AB}"/>
          </ac:grpSpMkLst>
        </pc:grpChg>
        <pc:grpChg chg="add mod">
          <ac:chgData name="Yarib Suárez Granados" userId="f6f9ccebebfc7d08" providerId="LiveId" clId="{E0D61F0E-1A57-478A-BBE0-5DB8FD5CD6A4}" dt="2026-05-13T20:29:38.093" v="1157" actId="1076"/>
          <ac:grpSpMkLst>
            <pc:docMk/>
            <pc:sldMk cId="4273081333" sldId="256"/>
            <ac:grpSpMk id="57" creationId="{6174C080-E301-FA98-49BF-5B2A8B843F7D}"/>
          </ac:grpSpMkLst>
        </pc:grpChg>
        <pc:grpChg chg="add mod">
          <ac:chgData name="Yarib Suárez Granados" userId="f6f9ccebebfc7d08" providerId="LiveId" clId="{E0D61F0E-1A57-478A-BBE0-5DB8FD5CD6A4}" dt="2026-05-13T14:10:01.822" v="261" actId="164"/>
          <ac:grpSpMkLst>
            <pc:docMk/>
            <pc:sldMk cId="4273081333" sldId="256"/>
            <ac:grpSpMk id="57" creationId="{EB0F1E9E-E70B-4288-0E3D-D558BFB4AAA0}"/>
          </ac:grpSpMkLst>
        </pc:grpChg>
        <pc:grpChg chg="add mod">
          <ac:chgData name="Yarib Suárez Granados" userId="f6f9ccebebfc7d08" providerId="LiveId" clId="{E0D61F0E-1A57-478A-BBE0-5DB8FD5CD6A4}" dt="2026-05-13T14:10:01.822" v="261" actId="164"/>
          <ac:grpSpMkLst>
            <pc:docMk/>
            <pc:sldMk cId="4273081333" sldId="256"/>
            <ac:grpSpMk id="58" creationId="{74BC0677-14A1-13C0-107C-6A0D92A4F614}"/>
          </ac:grpSpMkLst>
        </pc:grpChg>
        <pc:grpChg chg="add mod">
          <ac:chgData name="Yarib Suárez Granados" userId="f6f9ccebebfc7d08" providerId="LiveId" clId="{E0D61F0E-1A57-478A-BBE0-5DB8FD5CD6A4}" dt="2026-05-13T14:10:01.822" v="261" actId="164"/>
          <ac:grpSpMkLst>
            <pc:docMk/>
            <pc:sldMk cId="4273081333" sldId="256"/>
            <ac:grpSpMk id="59" creationId="{BD4DBFC4-784C-0AD5-C819-F1B8ED47CA6C}"/>
          </ac:grpSpMkLst>
        </pc:grpChg>
        <pc:grpChg chg="add mod">
          <ac:chgData name="Yarib Suárez Granados" userId="f6f9ccebebfc7d08" providerId="LiveId" clId="{E0D61F0E-1A57-478A-BBE0-5DB8FD5CD6A4}" dt="2026-05-13T14:10:40.715" v="292" actId="164"/>
          <ac:grpSpMkLst>
            <pc:docMk/>
            <pc:sldMk cId="4273081333" sldId="256"/>
            <ac:grpSpMk id="60" creationId="{915BB31B-4529-E6A7-48B6-A46DA4005C62}"/>
          </ac:grpSpMkLst>
        </pc:grpChg>
        <pc:grpChg chg="add mod">
          <ac:chgData name="Yarib Suárez Granados" userId="f6f9ccebebfc7d08" providerId="LiveId" clId="{E0D61F0E-1A57-478A-BBE0-5DB8FD5CD6A4}" dt="2026-05-13T14:10:45.315" v="294" actId="408"/>
          <ac:grpSpMkLst>
            <pc:docMk/>
            <pc:sldMk cId="4273081333" sldId="256"/>
            <ac:grpSpMk id="61" creationId="{4C9867A6-2687-E55F-E4A8-C8A5EDF372EA}"/>
          </ac:grpSpMkLst>
        </pc:grpChg>
        <pc:grpChg chg="add mod">
          <ac:chgData name="Yarib Suárez Granados" userId="f6f9ccebebfc7d08" providerId="LiveId" clId="{E0D61F0E-1A57-478A-BBE0-5DB8FD5CD6A4}" dt="2026-05-13T14:10:40.715" v="292" actId="164"/>
          <ac:grpSpMkLst>
            <pc:docMk/>
            <pc:sldMk cId="4273081333" sldId="256"/>
            <ac:grpSpMk id="62" creationId="{8948B1F3-DBDD-818B-3FB5-4622016D7FBF}"/>
          </ac:grpSpMkLst>
        </pc:grpChg>
        <pc:grpChg chg="add mod">
          <ac:chgData name="Yarib Suárez Granados" userId="f6f9ccebebfc7d08" providerId="LiveId" clId="{E0D61F0E-1A57-478A-BBE0-5DB8FD5CD6A4}" dt="2026-05-13T14:10:40.715" v="292" actId="164"/>
          <ac:grpSpMkLst>
            <pc:docMk/>
            <pc:sldMk cId="4273081333" sldId="256"/>
            <ac:grpSpMk id="63" creationId="{A4FD62A7-3FA8-20AF-ACFF-2260709A9E43}"/>
          </ac:grpSpMkLst>
        </pc:grpChg>
        <pc:grpChg chg="mod">
          <ac:chgData name="Yarib Suárez Granados" userId="f6f9ccebebfc7d08" providerId="LiveId" clId="{E0D61F0E-1A57-478A-BBE0-5DB8FD5CD6A4}" dt="2026-05-13T14:17:03.924" v="498" actId="12788"/>
          <ac:grpSpMkLst>
            <pc:docMk/>
            <pc:sldMk cId="4273081333" sldId="256"/>
            <ac:grpSpMk id="67" creationId="{A30B5DA4-73DE-0E85-6C3F-288288B0345A}"/>
          </ac:grpSpMkLst>
        </pc:grpChg>
        <pc:grpChg chg="mod">
          <ac:chgData name="Yarib Suárez Granados" userId="f6f9ccebebfc7d08" providerId="LiveId" clId="{E0D61F0E-1A57-478A-BBE0-5DB8FD5CD6A4}" dt="2026-05-13T14:17:08.124" v="513" actId="1036"/>
          <ac:grpSpMkLst>
            <pc:docMk/>
            <pc:sldMk cId="4273081333" sldId="256"/>
            <ac:grpSpMk id="68" creationId="{DCBB4DB1-B9BE-7850-1D96-E472A356FFCA}"/>
          </ac:grpSpMkLst>
        </pc:grpChg>
        <pc:grpChg chg="add mod">
          <ac:chgData name="Yarib Suárez Granados" userId="f6f9ccebebfc7d08" providerId="LiveId" clId="{E0D61F0E-1A57-478A-BBE0-5DB8FD5CD6A4}" dt="2026-05-13T14:35:25.264" v="942" actId="465"/>
          <ac:grpSpMkLst>
            <pc:docMk/>
            <pc:sldMk cId="4273081333" sldId="256"/>
            <ac:grpSpMk id="87" creationId="{A828829C-C286-A456-5C27-A15E6863FBAE}"/>
          </ac:grpSpMkLst>
        </pc:grpChg>
        <pc:grpChg chg="add mod">
          <ac:chgData name="Yarib Suárez Granados" userId="f6f9ccebebfc7d08" providerId="LiveId" clId="{E0D61F0E-1A57-478A-BBE0-5DB8FD5CD6A4}" dt="2026-05-13T14:35:23.697" v="941" actId="552"/>
          <ac:grpSpMkLst>
            <pc:docMk/>
            <pc:sldMk cId="4273081333" sldId="256"/>
            <ac:grpSpMk id="88" creationId="{CD73CB01-F90A-AC6C-0FE2-0D0C47C733B4}"/>
          </ac:grpSpMkLst>
        </pc:grpChg>
        <pc:grpChg chg="add mod">
          <ac:chgData name="Yarib Suárez Granados" userId="f6f9ccebebfc7d08" providerId="LiveId" clId="{E0D61F0E-1A57-478A-BBE0-5DB8FD5CD6A4}" dt="2026-05-13T14:35:23.697" v="941" actId="552"/>
          <ac:grpSpMkLst>
            <pc:docMk/>
            <pc:sldMk cId="4273081333" sldId="256"/>
            <ac:grpSpMk id="89" creationId="{BCE031C5-290E-1F31-A482-AD78F2D49D19}"/>
          </ac:grpSpMkLst>
        </pc:grpChg>
        <pc:picChg chg="add del mod">
          <ac:chgData name="Yarib Suárez Granados" userId="f6f9ccebebfc7d08" providerId="LiveId" clId="{E0D61F0E-1A57-478A-BBE0-5DB8FD5CD6A4}" dt="2026-05-13T21:15:14.201" v="1181" actId="478"/>
          <ac:picMkLst>
            <pc:docMk/>
            <pc:sldMk cId="4273081333" sldId="256"/>
            <ac:picMk id="61" creationId="{B3729E9C-858E-5AD7-A8BB-532E8EB0798D}"/>
          </ac:picMkLst>
        </pc:picChg>
        <pc:picChg chg="add mod">
          <ac:chgData name="Yarib Suárez Granados" userId="f6f9ccebebfc7d08" providerId="LiveId" clId="{E0D61F0E-1A57-478A-BBE0-5DB8FD5CD6A4}" dt="2026-05-13T14:22:38.853" v="650" actId="1037"/>
          <ac:picMkLst>
            <pc:docMk/>
            <pc:sldMk cId="4273081333" sldId="256"/>
            <ac:picMk id="71" creationId="{9A71C8AE-E9D7-129D-134D-DD58F8A68486}"/>
          </ac:picMkLst>
        </pc:picChg>
        <pc:picChg chg="add del mod">
          <ac:chgData name="Yarib Suárez Granados" userId="f6f9ccebebfc7d08" providerId="LiveId" clId="{E0D61F0E-1A57-478A-BBE0-5DB8FD5CD6A4}" dt="2026-05-13T14:24:16.269" v="671" actId="478"/>
          <ac:picMkLst>
            <pc:docMk/>
            <pc:sldMk cId="4273081333" sldId="256"/>
            <ac:picMk id="73" creationId="{C0098B44-88D7-2E81-6B0D-565765B1C346}"/>
          </ac:picMkLst>
        </pc:picChg>
        <pc:picChg chg="add mod">
          <ac:chgData name="Yarib Suárez Granados" userId="f6f9ccebebfc7d08" providerId="LiveId" clId="{E0D61F0E-1A57-478A-BBE0-5DB8FD5CD6A4}" dt="2026-05-13T14:22:33.348" v="626" actId="1035"/>
          <ac:picMkLst>
            <pc:docMk/>
            <pc:sldMk cId="4273081333" sldId="256"/>
            <ac:picMk id="75" creationId="{EADE9BCF-B52B-4CA7-2E50-B20B4EF56CD3}"/>
          </ac:picMkLst>
        </pc:picChg>
        <pc:picChg chg="add mod">
          <ac:chgData name="Yarib Suárez Granados" userId="f6f9ccebebfc7d08" providerId="LiveId" clId="{E0D61F0E-1A57-478A-BBE0-5DB8FD5CD6A4}" dt="2026-05-13T14:22:38.149" v="648" actId="1038"/>
          <ac:picMkLst>
            <pc:docMk/>
            <pc:sldMk cId="4273081333" sldId="256"/>
            <ac:picMk id="76" creationId="{18CB4D04-F2E6-5657-2EB3-61D96C36A41D}"/>
          </ac:picMkLst>
        </pc:picChg>
        <pc:cxnChg chg="add mod">
          <ac:chgData name="Yarib Suárez Granados" userId="f6f9ccebebfc7d08" providerId="LiveId" clId="{E0D61F0E-1A57-478A-BBE0-5DB8FD5CD6A4}" dt="2026-05-13T21:16:23.016" v="1203" actId="1076"/>
          <ac:cxnSpMkLst>
            <pc:docMk/>
            <pc:sldMk cId="4273081333" sldId="256"/>
            <ac:cxnSpMk id="63" creationId="{C6DB8123-5341-6844-D934-F6F1BC323950}"/>
          </ac:cxnSpMkLst>
        </pc:cxnChg>
        <pc:cxnChg chg="add del mod">
          <ac:chgData name="Yarib Suárez Granados" userId="f6f9ccebebfc7d08" providerId="LiveId" clId="{E0D61F0E-1A57-478A-BBE0-5DB8FD5CD6A4}" dt="2026-05-13T14:23:18.284" v="659" actId="478"/>
          <ac:cxnSpMkLst>
            <pc:docMk/>
            <pc:sldMk cId="4273081333" sldId="256"/>
            <ac:cxnSpMk id="79" creationId="{31E073BB-5121-FC89-2054-DC3579BB6F94}"/>
          </ac:cxnSpMkLst>
        </pc:cxnChg>
      </pc:sldChg>
      <pc:sldChg chg="delSp modSp add del mod setBg">
        <pc:chgData name="Yarib Suárez Granados" userId="f6f9ccebebfc7d08" providerId="LiveId" clId="{E0D61F0E-1A57-478A-BBE0-5DB8FD5CD6A4}" dt="2026-05-13T14:26:05.805" v="690" actId="47"/>
        <pc:sldMkLst>
          <pc:docMk/>
          <pc:sldMk cId="61867674" sldId="257"/>
        </pc:sldMkLst>
        <pc:picChg chg="mod">
          <ac:chgData name="Yarib Suárez Granados" userId="f6f9ccebebfc7d08" providerId="LiveId" clId="{E0D61F0E-1A57-478A-BBE0-5DB8FD5CD6A4}" dt="2026-05-13T14:24:13.580" v="670" actId="1076"/>
          <ac:picMkLst>
            <pc:docMk/>
            <pc:sldMk cId="61867674" sldId="257"/>
            <ac:picMk id="73" creationId="{B80E6B64-A065-0B06-A399-BEB268A54E3E}"/>
          </ac:picMkLst>
        </pc:picChg>
        <pc:picChg chg="del">
          <ac:chgData name="Yarib Suárez Granados" userId="f6f9ccebebfc7d08" providerId="LiveId" clId="{E0D61F0E-1A57-478A-BBE0-5DB8FD5CD6A4}" dt="2026-05-13T14:24:11.237" v="669" actId="478"/>
          <ac:picMkLst>
            <pc:docMk/>
            <pc:sldMk cId="61867674" sldId="257"/>
            <ac:picMk id="75" creationId="{61F2DB88-E2DD-E7D9-2C96-C37C8D94F938}"/>
          </ac:picMkLst>
        </pc:picChg>
      </pc:sldChg>
      <pc:sldChg chg="addSp delSp modSp add mod setBg">
        <pc:chgData name="Yarib Suárez Granados" userId="f6f9ccebebfc7d08" providerId="LiveId" clId="{E0D61F0E-1A57-478A-BBE0-5DB8FD5CD6A4}" dt="2026-05-13T17:57:44.992" v="1133" actId="1076"/>
        <pc:sldMkLst>
          <pc:docMk/>
          <pc:sldMk cId="3838494713" sldId="257"/>
        </pc:sldMkLst>
        <pc:spChg chg="add mod">
          <ac:chgData name="Yarib Suárez Granados" userId="f6f9ccebebfc7d08" providerId="LiveId" clId="{E0D61F0E-1A57-478A-BBE0-5DB8FD5CD6A4}" dt="2026-05-13T14:27:08.873" v="696" actId="571"/>
          <ac:spMkLst>
            <pc:docMk/>
            <pc:sldMk cId="3838494713" sldId="257"/>
            <ac:spMk id="2" creationId="{3A629B17-E1E2-8084-D8E0-C8F8A785F9F8}"/>
          </ac:spMkLst>
        </pc:spChg>
        <pc:spChg chg="mod">
          <ac:chgData name="Yarib Suárez Granados" userId="f6f9ccebebfc7d08" providerId="LiveId" clId="{E0D61F0E-1A57-478A-BBE0-5DB8FD5CD6A4}" dt="2026-05-13T17:57:44.992" v="1133" actId="1076"/>
          <ac:spMkLst>
            <pc:docMk/>
            <pc:sldMk cId="3838494713" sldId="257"/>
            <ac:spMk id="4" creationId="{75A7C812-E113-1439-77FD-3F452A32DDC3}"/>
          </ac:spMkLst>
        </pc:spChg>
        <pc:spChg chg="mod">
          <ac:chgData name="Yarib Suárez Granados" userId="f6f9ccebebfc7d08" providerId="LiveId" clId="{E0D61F0E-1A57-478A-BBE0-5DB8FD5CD6A4}" dt="2026-05-13T14:28:07.730" v="704" actId="790"/>
          <ac:spMkLst>
            <pc:docMk/>
            <pc:sldMk cId="3838494713" sldId="257"/>
            <ac:spMk id="6" creationId="{4C35D41C-DB1D-19F3-28AC-4C1FB8A8E07D}"/>
          </ac:spMkLst>
        </pc:spChg>
        <pc:spChg chg="mod">
          <ac:chgData name="Yarib Suárez Granados" userId="f6f9ccebebfc7d08" providerId="LiveId" clId="{E0D61F0E-1A57-478A-BBE0-5DB8FD5CD6A4}" dt="2026-05-13T14:27:24.322" v="698" actId="207"/>
          <ac:spMkLst>
            <pc:docMk/>
            <pc:sldMk cId="3838494713" sldId="257"/>
            <ac:spMk id="7" creationId="{63EE6591-D52C-63C4-2FD2-99E7F460BB2D}"/>
          </ac:spMkLst>
        </pc:spChg>
        <pc:spChg chg="mod">
          <ac:chgData name="Yarib Suárez Granados" userId="f6f9ccebebfc7d08" providerId="LiveId" clId="{E0D61F0E-1A57-478A-BBE0-5DB8FD5CD6A4}" dt="2026-05-13T14:28:07.730" v="704" actId="790"/>
          <ac:spMkLst>
            <pc:docMk/>
            <pc:sldMk cId="3838494713" sldId="257"/>
            <ac:spMk id="8" creationId="{C5E44514-E83A-FF70-222A-D7DB30328AD6}"/>
          </ac:spMkLst>
        </pc:spChg>
        <pc:spChg chg="mod">
          <ac:chgData name="Yarib Suárez Granados" userId="f6f9ccebebfc7d08" providerId="LiveId" clId="{E0D61F0E-1A57-478A-BBE0-5DB8FD5CD6A4}" dt="2026-05-13T14:27:24.322" v="698" actId="207"/>
          <ac:spMkLst>
            <pc:docMk/>
            <pc:sldMk cId="3838494713" sldId="257"/>
            <ac:spMk id="9" creationId="{FE7BF72E-A039-F9DA-B719-2D8A67C4E466}"/>
          </ac:spMkLst>
        </pc:spChg>
        <pc:spChg chg="mod">
          <ac:chgData name="Yarib Suárez Granados" userId="f6f9ccebebfc7d08" providerId="LiveId" clId="{E0D61F0E-1A57-478A-BBE0-5DB8FD5CD6A4}" dt="2026-05-13T14:28:07.730" v="704" actId="790"/>
          <ac:spMkLst>
            <pc:docMk/>
            <pc:sldMk cId="3838494713" sldId="257"/>
            <ac:spMk id="12" creationId="{7F00841A-FFAF-A978-A6CD-1FC2FCEF8B0A}"/>
          </ac:spMkLst>
        </pc:spChg>
        <pc:spChg chg="mod">
          <ac:chgData name="Yarib Suárez Granados" userId="f6f9ccebebfc7d08" providerId="LiveId" clId="{E0D61F0E-1A57-478A-BBE0-5DB8FD5CD6A4}" dt="2026-05-13T14:27:24.322" v="698" actId="207"/>
          <ac:spMkLst>
            <pc:docMk/>
            <pc:sldMk cId="3838494713" sldId="257"/>
            <ac:spMk id="15" creationId="{593278FA-1A14-F35E-6C06-A5C0572AEBC9}"/>
          </ac:spMkLst>
        </pc:spChg>
        <pc:spChg chg="mod">
          <ac:chgData name="Yarib Suárez Granados" userId="f6f9ccebebfc7d08" providerId="LiveId" clId="{E0D61F0E-1A57-478A-BBE0-5DB8FD5CD6A4}" dt="2026-05-13T14:28:07.730" v="704" actId="790"/>
          <ac:spMkLst>
            <pc:docMk/>
            <pc:sldMk cId="3838494713" sldId="257"/>
            <ac:spMk id="17" creationId="{FB013BB7-6A11-1074-0F49-F7184B1AF50B}"/>
          </ac:spMkLst>
        </pc:spChg>
        <pc:spChg chg="mod">
          <ac:chgData name="Yarib Suárez Granados" userId="f6f9ccebebfc7d08" providerId="LiveId" clId="{E0D61F0E-1A57-478A-BBE0-5DB8FD5CD6A4}" dt="2026-05-13T14:28:07.730" v="704" actId="790"/>
          <ac:spMkLst>
            <pc:docMk/>
            <pc:sldMk cId="3838494713" sldId="257"/>
            <ac:spMk id="18" creationId="{217AF6BB-D493-4A3F-0E7F-CC4C8643C5EF}"/>
          </ac:spMkLst>
        </pc:spChg>
        <pc:spChg chg="mod">
          <ac:chgData name="Yarib Suárez Granados" userId="f6f9ccebebfc7d08" providerId="LiveId" clId="{E0D61F0E-1A57-478A-BBE0-5DB8FD5CD6A4}" dt="2026-05-13T14:28:07.730" v="704" actId="790"/>
          <ac:spMkLst>
            <pc:docMk/>
            <pc:sldMk cId="3838494713" sldId="257"/>
            <ac:spMk id="20" creationId="{2EA63AD4-0F32-5D4D-49C2-2DC84438E80F}"/>
          </ac:spMkLst>
        </pc:spChg>
        <pc:spChg chg="mod">
          <ac:chgData name="Yarib Suárez Granados" userId="f6f9ccebebfc7d08" providerId="LiveId" clId="{E0D61F0E-1A57-478A-BBE0-5DB8FD5CD6A4}" dt="2026-05-13T14:27:24.322" v="698" actId="207"/>
          <ac:spMkLst>
            <pc:docMk/>
            <pc:sldMk cId="3838494713" sldId="257"/>
            <ac:spMk id="21" creationId="{11B1CC9F-0997-E72D-7E34-2E2DE3E38803}"/>
          </ac:spMkLst>
        </pc:spChg>
        <pc:spChg chg="mod">
          <ac:chgData name="Yarib Suárez Granados" userId="f6f9ccebebfc7d08" providerId="LiveId" clId="{E0D61F0E-1A57-478A-BBE0-5DB8FD5CD6A4}" dt="2026-05-13T14:27:24.322" v="698" actId="207"/>
          <ac:spMkLst>
            <pc:docMk/>
            <pc:sldMk cId="3838494713" sldId="257"/>
            <ac:spMk id="23" creationId="{B5EA0648-C6E5-01BA-4D05-EBECBCCD605A}"/>
          </ac:spMkLst>
        </pc:spChg>
        <pc:spChg chg="mod">
          <ac:chgData name="Yarib Suárez Granados" userId="f6f9ccebebfc7d08" providerId="LiveId" clId="{E0D61F0E-1A57-478A-BBE0-5DB8FD5CD6A4}" dt="2026-05-13T14:27:24.322" v="698" actId="207"/>
          <ac:spMkLst>
            <pc:docMk/>
            <pc:sldMk cId="3838494713" sldId="257"/>
            <ac:spMk id="25" creationId="{D455444A-FA6E-2945-06F6-314C06994919}"/>
          </ac:spMkLst>
        </pc:spChg>
        <pc:spChg chg="mod">
          <ac:chgData name="Yarib Suárez Granados" userId="f6f9ccebebfc7d08" providerId="LiveId" clId="{E0D61F0E-1A57-478A-BBE0-5DB8FD5CD6A4}" dt="2026-05-13T14:27:24.322" v="698" actId="207"/>
          <ac:spMkLst>
            <pc:docMk/>
            <pc:sldMk cId="3838494713" sldId="257"/>
            <ac:spMk id="26" creationId="{456BA949-1B5F-921B-A729-B5793D811FB2}"/>
          </ac:spMkLst>
        </pc:spChg>
        <pc:spChg chg="mod">
          <ac:chgData name="Yarib Suárez Granados" userId="f6f9ccebebfc7d08" providerId="LiveId" clId="{E0D61F0E-1A57-478A-BBE0-5DB8FD5CD6A4}" dt="2026-05-13T14:27:24.322" v="698" actId="207"/>
          <ac:spMkLst>
            <pc:docMk/>
            <pc:sldMk cId="3838494713" sldId="257"/>
            <ac:spMk id="27" creationId="{265C0BD8-1101-3724-7F46-41BBBC9DCBB4}"/>
          </ac:spMkLst>
        </pc:spChg>
        <pc:spChg chg="mod">
          <ac:chgData name="Yarib Suárez Granados" userId="f6f9ccebebfc7d08" providerId="LiveId" clId="{E0D61F0E-1A57-478A-BBE0-5DB8FD5CD6A4}" dt="2026-05-13T14:28:07.730" v="704" actId="790"/>
          <ac:spMkLst>
            <pc:docMk/>
            <pc:sldMk cId="3838494713" sldId="257"/>
            <ac:spMk id="28" creationId="{E1E41DCB-F019-F9E4-B0C2-F011029CAEE7}"/>
          </ac:spMkLst>
        </pc:spChg>
        <pc:spChg chg="mod">
          <ac:chgData name="Yarib Suárez Granados" userId="f6f9ccebebfc7d08" providerId="LiveId" clId="{E0D61F0E-1A57-478A-BBE0-5DB8FD5CD6A4}" dt="2026-05-13T14:28:07.730" v="704" actId="790"/>
          <ac:spMkLst>
            <pc:docMk/>
            <pc:sldMk cId="3838494713" sldId="257"/>
            <ac:spMk id="31" creationId="{A4ABC419-3E0D-0E4B-A173-255077618E25}"/>
          </ac:spMkLst>
        </pc:spChg>
        <pc:spChg chg="add mod">
          <ac:chgData name="Yarib Suárez Granados" userId="f6f9ccebebfc7d08" providerId="LiveId" clId="{E0D61F0E-1A57-478A-BBE0-5DB8FD5CD6A4}" dt="2026-05-13T14:27:08.873" v="696" actId="571"/>
          <ac:spMkLst>
            <pc:docMk/>
            <pc:sldMk cId="3838494713" sldId="257"/>
            <ac:spMk id="34" creationId="{47FA789B-6EE5-831F-B214-29C70D9FC206}"/>
          </ac:spMkLst>
        </pc:spChg>
        <pc:spChg chg="mod">
          <ac:chgData name="Yarib Suárez Granados" userId="f6f9ccebebfc7d08" providerId="LiveId" clId="{E0D61F0E-1A57-478A-BBE0-5DB8FD5CD6A4}" dt="2026-05-13T14:26:58.112" v="694" actId="207"/>
          <ac:spMkLst>
            <pc:docMk/>
            <pc:sldMk cId="3838494713" sldId="257"/>
            <ac:spMk id="35" creationId="{9FA18A70-5CA2-ACDE-5315-6143A587C234}"/>
          </ac:spMkLst>
        </pc:spChg>
        <pc:spChg chg="mod">
          <ac:chgData name="Yarib Suárez Granados" userId="f6f9ccebebfc7d08" providerId="LiveId" clId="{E0D61F0E-1A57-478A-BBE0-5DB8FD5CD6A4}" dt="2026-05-13T14:26:58.112" v="694" actId="207"/>
          <ac:spMkLst>
            <pc:docMk/>
            <pc:sldMk cId="3838494713" sldId="257"/>
            <ac:spMk id="36" creationId="{9F9C5C31-C909-BB25-AE9E-953F406CE90B}"/>
          </ac:spMkLst>
        </pc:spChg>
        <pc:spChg chg="mod">
          <ac:chgData name="Yarib Suárez Granados" userId="f6f9ccebebfc7d08" providerId="LiveId" clId="{E0D61F0E-1A57-478A-BBE0-5DB8FD5CD6A4}" dt="2026-05-13T14:26:58.112" v="694" actId="207"/>
          <ac:spMkLst>
            <pc:docMk/>
            <pc:sldMk cId="3838494713" sldId="257"/>
            <ac:spMk id="37" creationId="{7854C1B2-E169-B291-67A7-F5F1DFAAB06E}"/>
          </ac:spMkLst>
        </pc:spChg>
        <pc:spChg chg="mod">
          <ac:chgData name="Yarib Suárez Granados" userId="f6f9ccebebfc7d08" providerId="LiveId" clId="{E0D61F0E-1A57-478A-BBE0-5DB8FD5CD6A4}" dt="2026-05-13T14:26:58.112" v="694" actId="207"/>
          <ac:spMkLst>
            <pc:docMk/>
            <pc:sldMk cId="3838494713" sldId="257"/>
            <ac:spMk id="39" creationId="{250AC63D-3242-ADF1-BB22-69125AD22260}"/>
          </ac:spMkLst>
        </pc:spChg>
        <pc:spChg chg="mod">
          <ac:chgData name="Yarib Suárez Granados" userId="f6f9ccebebfc7d08" providerId="LiveId" clId="{E0D61F0E-1A57-478A-BBE0-5DB8FD5CD6A4}" dt="2026-05-13T14:26:58.112" v="694" actId="207"/>
          <ac:spMkLst>
            <pc:docMk/>
            <pc:sldMk cId="3838494713" sldId="257"/>
            <ac:spMk id="40" creationId="{4C304CC8-8AAE-4C10-BFB1-178F1E4538BE}"/>
          </ac:spMkLst>
        </pc:spChg>
        <pc:spChg chg="mod">
          <ac:chgData name="Yarib Suárez Granados" userId="f6f9ccebebfc7d08" providerId="LiveId" clId="{E0D61F0E-1A57-478A-BBE0-5DB8FD5CD6A4}" dt="2026-05-13T14:26:58.112" v="694" actId="207"/>
          <ac:spMkLst>
            <pc:docMk/>
            <pc:sldMk cId="3838494713" sldId="257"/>
            <ac:spMk id="41" creationId="{C46E24AF-E753-8260-DF20-F1850CF21967}"/>
          </ac:spMkLst>
        </pc:spChg>
        <pc:spChg chg="mod">
          <ac:chgData name="Yarib Suárez Granados" userId="f6f9ccebebfc7d08" providerId="LiveId" clId="{E0D61F0E-1A57-478A-BBE0-5DB8FD5CD6A4}" dt="2026-05-13T14:26:58.112" v="694" actId="207"/>
          <ac:spMkLst>
            <pc:docMk/>
            <pc:sldMk cId="3838494713" sldId="257"/>
            <ac:spMk id="42" creationId="{9A122936-5F70-052F-45BD-52454C9DBCE0}"/>
          </ac:spMkLst>
        </pc:spChg>
        <pc:spChg chg="mod">
          <ac:chgData name="Yarib Suárez Granados" userId="f6f9ccebebfc7d08" providerId="LiveId" clId="{E0D61F0E-1A57-478A-BBE0-5DB8FD5CD6A4}" dt="2026-05-13T14:26:58.112" v="694" actId="207"/>
          <ac:spMkLst>
            <pc:docMk/>
            <pc:sldMk cId="3838494713" sldId="257"/>
            <ac:spMk id="43" creationId="{5229992C-868A-28D5-0346-D9681278FC34}"/>
          </ac:spMkLst>
        </pc:spChg>
        <pc:spChg chg="mod">
          <ac:chgData name="Yarib Suárez Granados" userId="f6f9ccebebfc7d08" providerId="LiveId" clId="{E0D61F0E-1A57-478A-BBE0-5DB8FD5CD6A4}" dt="2026-05-13T14:26:58.112" v="694" actId="207"/>
          <ac:spMkLst>
            <pc:docMk/>
            <pc:sldMk cId="3838494713" sldId="257"/>
            <ac:spMk id="45" creationId="{BEE93031-555F-A1DC-5316-C666E2C3F18D}"/>
          </ac:spMkLst>
        </pc:spChg>
        <pc:spChg chg="mod">
          <ac:chgData name="Yarib Suárez Granados" userId="f6f9ccebebfc7d08" providerId="LiveId" clId="{E0D61F0E-1A57-478A-BBE0-5DB8FD5CD6A4}" dt="2026-05-13T14:28:07.730" v="704" actId="790"/>
          <ac:spMkLst>
            <pc:docMk/>
            <pc:sldMk cId="3838494713" sldId="257"/>
            <ac:spMk id="48" creationId="{03910645-CFB2-90FB-93B0-E97E9B5D0BCE}"/>
          </ac:spMkLst>
        </pc:spChg>
        <pc:spChg chg="mod">
          <ac:chgData name="Yarib Suárez Granados" userId="f6f9ccebebfc7d08" providerId="LiveId" clId="{E0D61F0E-1A57-478A-BBE0-5DB8FD5CD6A4}" dt="2026-05-13T14:26:58.112" v="694" actId="207"/>
          <ac:spMkLst>
            <pc:docMk/>
            <pc:sldMk cId="3838494713" sldId="257"/>
            <ac:spMk id="51" creationId="{E9606AE6-B959-87E9-8653-534628D869C2}"/>
          </ac:spMkLst>
        </pc:spChg>
        <pc:spChg chg="mod">
          <ac:chgData name="Yarib Suárez Granados" userId="f6f9ccebebfc7d08" providerId="LiveId" clId="{E0D61F0E-1A57-478A-BBE0-5DB8FD5CD6A4}" dt="2026-05-13T14:28:07.730" v="704" actId="790"/>
          <ac:spMkLst>
            <pc:docMk/>
            <pc:sldMk cId="3838494713" sldId="257"/>
            <ac:spMk id="52" creationId="{716916FA-F062-0B36-7B30-B3C6EBCD2607}"/>
          </ac:spMkLst>
        </pc:spChg>
        <pc:spChg chg="add mod">
          <ac:chgData name="Yarib Suárez Granados" userId="f6f9ccebebfc7d08" providerId="LiveId" clId="{E0D61F0E-1A57-478A-BBE0-5DB8FD5CD6A4}" dt="2026-05-13T14:27:08.873" v="696" actId="571"/>
          <ac:spMkLst>
            <pc:docMk/>
            <pc:sldMk cId="3838494713" sldId="257"/>
            <ac:spMk id="56" creationId="{5875F45E-D650-3D33-1DF1-9812B6457C95}"/>
          </ac:spMkLst>
        </pc:spChg>
        <pc:spChg chg="add mod">
          <ac:chgData name="Yarib Suárez Granados" userId="f6f9ccebebfc7d08" providerId="LiveId" clId="{E0D61F0E-1A57-478A-BBE0-5DB8FD5CD6A4}" dt="2026-05-13T14:27:08.873" v="696" actId="571"/>
          <ac:spMkLst>
            <pc:docMk/>
            <pc:sldMk cId="3838494713" sldId="257"/>
            <ac:spMk id="58" creationId="{4B7231AA-E6E5-C9AC-0BCB-589673142E91}"/>
          </ac:spMkLst>
        </pc:spChg>
        <pc:spChg chg="add mod">
          <ac:chgData name="Yarib Suárez Granados" userId="f6f9ccebebfc7d08" providerId="LiveId" clId="{E0D61F0E-1A57-478A-BBE0-5DB8FD5CD6A4}" dt="2026-05-13T14:27:08.873" v="696" actId="571"/>
          <ac:spMkLst>
            <pc:docMk/>
            <pc:sldMk cId="3838494713" sldId="257"/>
            <ac:spMk id="60" creationId="{28A6C572-5D63-3548-A8F9-86D125AB2613}"/>
          </ac:spMkLst>
        </pc:spChg>
        <pc:spChg chg="add mod">
          <ac:chgData name="Yarib Suárez Granados" userId="f6f9ccebebfc7d08" providerId="LiveId" clId="{E0D61F0E-1A57-478A-BBE0-5DB8FD5CD6A4}" dt="2026-05-13T14:27:08.873" v="696" actId="571"/>
          <ac:spMkLst>
            <pc:docMk/>
            <pc:sldMk cId="3838494713" sldId="257"/>
            <ac:spMk id="61" creationId="{8560CC6E-7350-0E0F-3C2B-D22B8D4EF44F}"/>
          </ac:spMkLst>
        </pc:spChg>
        <pc:spChg chg="mod">
          <ac:chgData name="Yarib Suárez Granados" userId="f6f9ccebebfc7d08" providerId="LiveId" clId="{E0D61F0E-1A57-478A-BBE0-5DB8FD5CD6A4}" dt="2026-05-13T14:27:37.121" v="700" actId="207"/>
          <ac:spMkLst>
            <pc:docMk/>
            <pc:sldMk cId="3838494713" sldId="257"/>
            <ac:spMk id="64" creationId="{EDAED4B8-CA5A-C112-6632-DCD1D3933028}"/>
          </ac:spMkLst>
        </pc:spChg>
        <pc:spChg chg="mod">
          <ac:chgData name="Yarib Suárez Granados" userId="f6f9ccebebfc7d08" providerId="LiveId" clId="{E0D61F0E-1A57-478A-BBE0-5DB8FD5CD6A4}" dt="2026-05-13T14:27:32.561" v="699" actId="207"/>
          <ac:spMkLst>
            <pc:docMk/>
            <pc:sldMk cId="3838494713" sldId="257"/>
            <ac:spMk id="65" creationId="{58E9C63A-6BC7-1519-37DD-0D8DB13AA955}"/>
          </ac:spMkLst>
        </pc:spChg>
        <pc:spChg chg="mod">
          <ac:chgData name="Yarib Suárez Granados" userId="f6f9ccebebfc7d08" providerId="LiveId" clId="{E0D61F0E-1A57-478A-BBE0-5DB8FD5CD6A4}" dt="2026-05-13T14:27:48.275" v="702" actId="692"/>
          <ac:spMkLst>
            <pc:docMk/>
            <pc:sldMk cId="3838494713" sldId="257"/>
            <ac:spMk id="66" creationId="{84AEB423-100C-C7A4-DD6D-1F4ECEF53905}"/>
          </ac:spMkLst>
        </pc:spChg>
        <pc:spChg chg="mod">
          <ac:chgData name="Yarib Suárez Granados" userId="f6f9ccebebfc7d08" providerId="LiveId" clId="{E0D61F0E-1A57-478A-BBE0-5DB8FD5CD6A4}" dt="2026-05-13T14:28:30.137" v="712" actId="207"/>
          <ac:spMkLst>
            <pc:docMk/>
            <pc:sldMk cId="3838494713" sldId="257"/>
            <ac:spMk id="69" creationId="{BDB1BD90-0859-989F-6A1B-FA08A64D1009}"/>
          </ac:spMkLst>
        </pc:spChg>
        <pc:spChg chg="add del mod">
          <ac:chgData name="Yarib Suárez Granados" userId="f6f9ccebebfc7d08" providerId="LiveId" clId="{E0D61F0E-1A57-478A-BBE0-5DB8FD5CD6A4}" dt="2026-05-13T14:36:27.044" v="957" actId="478"/>
          <ac:spMkLst>
            <pc:docMk/>
            <pc:sldMk cId="3838494713" sldId="257"/>
            <ac:spMk id="73" creationId="{23B51ACC-9EDB-EA01-F93E-9811461F0B10}"/>
          </ac:spMkLst>
        </pc:spChg>
        <pc:spChg chg="add del mod">
          <ac:chgData name="Yarib Suárez Granados" userId="f6f9ccebebfc7d08" providerId="LiveId" clId="{E0D61F0E-1A57-478A-BBE0-5DB8FD5CD6A4}" dt="2026-05-13T14:36:25.932" v="956" actId="478"/>
          <ac:spMkLst>
            <pc:docMk/>
            <pc:sldMk cId="3838494713" sldId="257"/>
            <ac:spMk id="74" creationId="{91722D41-59F2-42A2-7442-68F36F292A2B}"/>
          </ac:spMkLst>
        </pc:spChg>
        <pc:spChg chg="add del mod ord">
          <ac:chgData name="Yarib Suárez Granados" userId="f6f9ccebebfc7d08" providerId="LiveId" clId="{E0D61F0E-1A57-478A-BBE0-5DB8FD5CD6A4}" dt="2026-05-13T14:36:28.354" v="958" actId="478"/>
          <ac:spMkLst>
            <pc:docMk/>
            <pc:sldMk cId="3838494713" sldId="257"/>
            <ac:spMk id="78" creationId="{66AFCA2F-5681-7B6D-637A-02BF0C71BE91}"/>
          </ac:spMkLst>
        </pc:spChg>
        <pc:spChg chg="add del mod ord">
          <ac:chgData name="Yarib Suárez Granados" userId="f6f9ccebebfc7d08" providerId="LiveId" clId="{E0D61F0E-1A57-478A-BBE0-5DB8FD5CD6A4}" dt="2026-05-13T14:36:27.044" v="957" actId="478"/>
          <ac:spMkLst>
            <pc:docMk/>
            <pc:sldMk cId="3838494713" sldId="257"/>
            <ac:spMk id="79" creationId="{66811A70-F47F-0F33-F777-15724BD84746}"/>
          </ac:spMkLst>
        </pc:spChg>
        <pc:spChg chg="add del mod ord">
          <ac:chgData name="Yarib Suárez Granados" userId="f6f9ccebebfc7d08" providerId="LiveId" clId="{E0D61F0E-1A57-478A-BBE0-5DB8FD5CD6A4}" dt="2026-05-13T14:36:25.932" v="956" actId="478"/>
          <ac:spMkLst>
            <pc:docMk/>
            <pc:sldMk cId="3838494713" sldId="257"/>
            <ac:spMk id="80" creationId="{17FEABB3-B1A0-1AB1-1048-4A107F9DE7C5}"/>
          </ac:spMkLst>
        </pc:spChg>
        <pc:spChg chg="del mod">
          <ac:chgData name="Yarib Suárez Granados" userId="f6f9ccebebfc7d08" providerId="LiveId" clId="{E0D61F0E-1A57-478A-BBE0-5DB8FD5CD6A4}" dt="2026-05-13T14:36:28.354" v="958" actId="478"/>
          <ac:spMkLst>
            <pc:docMk/>
            <pc:sldMk cId="3838494713" sldId="257"/>
            <ac:spMk id="81" creationId="{2AAA6AD8-75E3-07CE-5243-5139843EBC53}"/>
          </ac:spMkLst>
        </pc:spChg>
        <pc:spChg chg="mod">
          <ac:chgData name="Yarib Suárez Granados" userId="f6f9ccebebfc7d08" providerId="LiveId" clId="{E0D61F0E-1A57-478A-BBE0-5DB8FD5CD6A4}" dt="2026-05-13T14:35:32.575" v="943"/>
          <ac:spMkLst>
            <pc:docMk/>
            <pc:sldMk cId="3838494713" sldId="257"/>
            <ac:spMk id="83" creationId="{9A8B29DC-0A74-8737-B5D3-65164249CC38}"/>
          </ac:spMkLst>
        </pc:spChg>
        <pc:spChg chg="mod">
          <ac:chgData name="Yarib Suárez Granados" userId="f6f9ccebebfc7d08" providerId="LiveId" clId="{E0D61F0E-1A57-478A-BBE0-5DB8FD5CD6A4}" dt="2026-05-13T14:35:32.575" v="943"/>
          <ac:spMkLst>
            <pc:docMk/>
            <pc:sldMk cId="3838494713" sldId="257"/>
            <ac:spMk id="84" creationId="{88476A93-49D4-C79F-3AA0-474D459C7E2A}"/>
          </ac:spMkLst>
        </pc:spChg>
        <pc:spChg chg="mod">
          <ac:chgData name="Yarib Suárez Granados" userId="f6f9ccebebfc7d08" providerId="LiveId" clId="{E0D61F0E-1A57-478A-BBE0-5DB8FD5CD6A4}" dt="2026-05-13T14:35:32.575" v="943"/>
          <ac:spMkLst>
            <pc:docMk/>
            <pc:sldMk cId="3838494713" sldId="257"/>
            <ac:spMk id="86" creationId="{387B0EF3-32F7-17BF-CA20-3C73284FC84B}"/>
          </ac:spMkLst>
        </pc:spChg>
        <pc:spChg chg="mod">
          <ac:chgData name="Yarib Suárez Granados" userId="f6f9ccebebfc7d08" providerId="LiveId" clId="{E0D61F0E-1A57-478A-BBE0-5DB8FD5CD6A4}" dt="2026-05-13T14:35:32.575" v="943"/>
          <ac:spMkLst>
            <pc:docMk/>
            <pc:sldMk cId="3838494713" sldId="257"/>
            <ac:spMk id="87" creationId="{2B75FCEA-3E1A-3AFE-CD02-38CD0E358FC6}"/>
          </ac:spMkLst>
        </pc:spChg>
        <pc:spChg chg="mod">
          <ac:chgData name="Yarib Suárez Granados" userId="f6f9ccebebfc7d08" providerId="LiveId" clId="{E0D61F0E-1A57-478A-BBE0-5DB8FD5CD6A4}" dt="2026-05-13T14:35:32.575" v="943"/>
          <ac:spMkLst>
            <pc:docMk/>
            <pc:sldMk cId="3838494713" sldId="257"/>
            <ac:spMk id="89" creationId="{4075D703-8CD6-F8F6-AC11-930C233B7018}"/>
          </ac:spMkLst>
        </pc:spChg>
        <pc:spChg chg="mod">
          <ac:chgData name="Yarib Suárez Granados" userId="f6f9ccebebfc7d08" providerId="LiveId" clId="{E0D61F0E-1A57-478A-BBE0-5DB8FD5CD6A4}" dt="2026-05-13T14:35:32.575" v="943"/>
          <ac:spMkLst>
            <pc:docMk/>
            <pc:sldMk cId="3838494713" sldId="257"/>
            <ac:spMk id="90" creationId="{A5D31686-06B3-A501-8EDD-EC1400126B4B}"/>
          </ac:spMkLst>
        </pc:spChg>
        <pc:spChg chg="mod">
          <ac:chgData name="Yarib Suárez Granados" userId="f6f9ccebebfc7d08" providerId="LiveId" clId="{E0D61F0E-1A57-478A-BBE0-5DB8FD5CD6A4}" dt="2026-05-13T14:36:07.712" v="952" actId="207"/>
          <ac:spMkLst>
            <pc:docMk/>
            <pc:sldMk cId="3838494713" sldId="257"/>
            <ac:spMk id="92" creationId="{6E03B167-4FAD-3C94-2EC5-CEF9DAC27231}"/>
          </ac:spMkLst>
        </pc:spChg>
        <pc:spChg chg="mod">
          <ac:chgData name="Yarib Suárez Granados" userId="f6f9ccebebfc7d08" providerId="LiveId" clId="{E0D61F0E-1A57-478A-BBE0-5DB8FD5CD6A4}" dt="2026-05-13T14:36:00.141" v="951" actId="20577"/>
          <ac:spMkLst>
            <pc:docMk/>
            <pc:sldMk cId="3838494713" sldId="257"/>
            <ac:spMk id="93" creationId="{F5C7E565-6F36-1D34-D0D2-83F868C1BC80}"/>
          </ac:spMkLst>
        </pc:spChg>
        <pc:spChg chg="mod">
          <ac:chgData name="Yarib Suárez Granados" userId="f6f9ccebebfc7d08" providerId="LiveId" clId="{E0D61F0E-1A57-478A-BBE0-5DB8FD5CD6A4}" dt="2026-05-13T14:36:19.145" v="954" actId="207"/>
          <ac:spMkLst>
            <pc:docMk/>
            <pc:sldMk cId="3838494713" sldId="257"/>
            <ac:spMk id="95" creationId="{47A8AC73-EEE8-3B46-BEF6-C0F319E16F04}"/>
          </ac:spMkLst>
        </pc:spChg>
        <pc:spChg chg="mod">
          <ac:chgData name="Yarib Suárez Granados" userId="f6f9ccebebfc7d08" providerId="LiveId" clId="{E0D61F0E-1A57-478A-BBE0-5DB8FD5CD6A4}" dt="2026-05-13T14:35:54.989" v="949" actId="20577"/>
          <ac:spMkLst>
            <pc:docMk/>
            <pc:sldMk cId="3838494713" sldId="257"/>
            <ac:spMk id="96" creationId="{482F4F6F-CBCE-C28D-F6F7-87EE4D46B1F7}"/>
          </ac:spMkLst>
        </pc:spChg>
        <pc:spChg chg="mod">
          <ac:chgData name="Yarib Suárez Granados" userId="f6f9ccebebfc7d08" providerId="LiveId" clId="{E0D61F0E-1A57-478A-BBE0-5DB8FD5CD6A4}" dt="2026-05-13T14:36:24.120" v="955" actId="207"/>
          <ac:spMkLst>
            <pc:docMk/>
            <pc:sldMk cId="3838494713" sldId="257"/>
            <ac:spMk id="98" creationId="{B6330C9D-6794-0011-F3CF-5C33D41CB1F8}"/>
          </ac:spMkLst>
        </pc:spChg>
        <pc:spChg chg="mod">
          <ac:chgData name="Yarib Suárez Granados" userId="f6f9ccebebfc7d08" providerId="LiveId" clId="{E0D61F0E-1A57-478A-BBE0-5DB8FD5CD6A4}" dt="2026-05-13T14:35:58.708" v="950" actId="20577"/>
          <ac:spMkLst>
            <pc:docMk/>
            <pc:sldMk cId="3838494713" sldId="257"/>
            <ac:spMk id="99" creationId="{8B3E195B-B6C5-AEFE-C3E4-B4004CD46EB0}"/>
          </ac:spMkLst>
        </pc:spChg>
        <pc:spChg chg="add mod ord">
          <ac:chgData name="Yarib Suárez Granados" userId="f6f9ccebebfc7d08" providerId="LiveId" clId="{E0D61F0E-1A57-478A-BBE0-5DB8FD5CD6A4}" dt="2026-05-13T14:46:18.131" v="978" actId="164"/>
          <ac:spMkLst>
            <pc:docMk/>
            <pc:sldMk cId="3838494713" sldId="257"/>
            <ac:spMk id="102" creationId="{6D474F78-291A-FB74-DFDB-682325D101B9}"/>
          </ac:spMkLst>
        </pc:spChg>
        <pc:grpChg chg="mod">
          <ac:chgData name="Yarib Suárez Granados" userId="f6f9ccebebfc7d08" providerId="LiveId" clId="{E0D61F0E-1A57-478A-BBE0-5DB8FD5CD6A4}" dt="2026-05-13T17:57:06.538" v="1130" actId="12788"/>
          <ac:grpSpMkLst>
            <pc:docMk/>
            <pc:sldMk cId="3838494713" sldId="257"/>
            <ac:grpSpMk id="67" creationId="{B19D3037-C26A-9ED8-F24E-F38D148201D2}"/>
          </ac:grpSpMkLst>
        </pc:grpChg>
        <pc:grpChg chg="mod">
          <ac:chgData name="Yarib Suárez Granados" userId="f6f9ccebebfc7d08" providerId="LiveId" clId="{E0D61F0E-1A57-478A-BBE0-5DB8FD5CD6A4}" dt="2026-05-13T17:57:06.538" v="1130" actId="12788"/>
          <ac:grpSpMkLst>
            <pc:docMk/>
            <pc:sldMk cId="3838494713" sldId="257"/>
            <ac:grpSpMk id="68" creationId="{B6E633D0-E6AF-A4C5-6A1B-7AB6B6D21F96}"/>
          </ac:grpSpMkLst>
        </pc:grpChg>
        <pc:grpChg chg="add mod">
          <ac:chgData name="Yarib Suárez Granados" userId="f6f9ccebebfc7d08" providerId="LiveId" clId="{E0D61F0E-1A57-478A-BBE0-5DB8FD5CD6A4}" dt="2026-05-13T14:35:32.575" v="943"/>
          <ac:grpSpMkLst>
            <pc:docMk/>
            <pc:sldMk cId="3838494713" sldId="257"/>
            <ac:grpSpMk id="82" creationId="{22A453B5-A3AE-1F0B-35BC-7F2BDEF1DCFB}"/>
          </ac:grpSpMkLst>
        </pc:grpChg>
        <pc:grpChg chg="add mod">
          <ac:chgData name="Yarib Suárez Granados" userId="f6f9ccebebfc7d08" providerId="LiveId" clId="{E0D61F0E-1A57-478A-BBE0-5DB8FD5CD6A4}" dt="2026-05-13T14:35:32.575" v="943"/>
          <ac:grpSpMkLst>
            <pc:docMk/>
            <pc:sldMk cId="3838494713" sldId="257"/>
            <ac:grpSpMk id="85" creationId="{A510350A-A9DC-4EFF-D86C-818597F6EB23}"/>
          </ac:grpSpMkLst>
        </pc:grpChg>
        <pc:grpChg chg="add mod">
          <ac:chgData name="Yarib Suárez Granados" userId="f6f9ccebebfc7d08" providerId="LiveId" clId="{E0D61F0E-1A57-478A-BBE0-5DB8FD5CD6A4}" dt="2026-05-13T14:35:32.575" v="943"/>
          <ac:grpSpMkLst>
            <pc:docMk/>
            <pc:sldMk cId="3838494713" sldId="257"/>
            <ac:grpSpMk id="88" creationId="{9300BDBA-CCFA-9FB1-6360-DDFBDFC5647D}"/>
          </ac:grpSpMkLst>
        </pc:grpChg>
        <pc:grpChg chg="add mod">
          <ac:chgData name="Yarib Suárez Granados" userId="f6f9ccebebfc7d08" providerId="LiveId" clId="{E0D61F0E-1A57-478A-BBE0-5DB8FD5CD6A4}" dt="2026-05-13T17:49:46.485" v="1042" actId="1037"/>
          <ac:grpSpMkLst>
            <pc:docMk/>
            <pc:sldMk cId="3838494713" sldId="257"/>
            <ac:grpSpMk id="91" creationId="{85A69841-739B-FF1B-5F46-F973203FD5FC}"/>
          </ac:grpSpMkLst>
        </pc:grpChg>
        <pc:grpChg chg="add mod">
          <ac:chgData name="Yarib Suárez Granados" userId="f6f9ccebebfc7d08" providerId="LiveId" clId="{E0D61F0E-1A57-478A-BBE0-5DB8FD5CD6A4}" dt="2026-05-13T17:49:46.485" v="1042" actId="1037"/>
          <ac:grpSpMkLst>
            <pc:docMk/>
            <pc:sldMk cId="3838494713" sldId="257"/>
            <ac:grpSpMk id="94" creationId="{A010F817-8D26-BE13-19EF-8A10515F1914}"/>
          </ac:grpSpMkLst>
        </pc:grpChg>
        <pc:grpChg chg="add mod">
          <ac:chgData name="Yarib Suárez Granados" userId="f6f9ccebebfc7d08" providerId="LiveId" clId="{E0D61F0E-1A57-478A-BBE0-5DB8FD5CD6A4}" dt="2026-05-13T17:49:46.485" v="1042" actId="1037"/>
          <ac:grpSpMkLst>
            <pc:docMk/>
            <pc:sldMk cId="3838494713" sldId="257"/>
            <ac:grpSpMk id="97" creationId="{C91A9D6D-340E-227D-56C0-9734E30BCD34}"/>
          </ac:grpSpMkLst>
        </pc:grpChg>
        <pc:grpChg chg="add mod">
          <ac:chgData name="Yarib Suárez Granados" userId="f6f9ccebebfc7d08" providerId="LiveId" clId="{E0D61F0E-1A57-478A-BBE0-5DB8FD5CD6A4}" dt="2026-05-13T17:49:53.212" v="1088" actId="1076"/>
          <ac:grpSpMkLst>
            <pc:docMk/>
            <pc:sldMk cId="3838494713" sldId="257"/>
            <ac:grpSpMk id="103" creationId="{93F0BCD4-28F8-1404-85CA-3C8C80EFF74E}"/>
          </ac:grpSpMkLst>
        </pc:grpChg>
        <pc:picChg chg="add mod">
          <ac:chgData name="Yarib Suárez Granados" userId="f6f9ccebebfc7d08" providerId="LiveId" clId="{E0D61F0E-1A57-478A-BBE0-5DB8FD5CD6A4}" dt="2026-05-13T14:46:18.131" v="978" actId="164"/>
          <ac:picMkLst>
            <pc:docMk/>
            <pc:sldMk cId="3838494713" sldId="257"/>
            <ac:picMk id="101" creationId="{33B65ED9-7A16-DB49-10FE-F9E11BC0390C}"/>
          </ac:picMkLst>
        </pc:picChg>
        <pc:picChg chg="add mod">
          <ac:chgData name="Yarib Suárez Granados" userId="f6f9ccebebfc7d08" providerId="LiveId" clId="{E0D61F0E-1A57-478A-BBE0-5DB8FD5CD6A4}" dt="2026-05-13T17:49:50.988" v="1087" actId="1037"/>
          <ac:picMkLst>
            <pc:docMk/>
            <pc:sldMk cId="3838494713" sldId="257"/>
            <ac:picMk id="105" creationId="{7DF7A112-7B0F-CE68-FEE4-E3067DA8094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9B93D-0309-11B0-24B2-F089570F88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11672B-C001-9906-0DE8-9F4054CCBB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5FA7F-DF1E-8A68-53E5-E574E1A88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9686E-F989-49A5-870C-415E87997C41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FA6EC-CDCC-19D5-DFD2-F88E61B23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AB89E-F36B-ED38-EAED-28B47F10E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14F54-C572-4563-8F0C-98E5077C2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253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3A376-5D1A-3E02-668B-2872DF2D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3A715-3E48-E8F8-3708-BEED7C43E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A42F4-03E9-0EF7-4937-594976C71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9686E-F989-49A5-870C-415E87997C41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B2FB7-4971-B967-4F24-D038C3B0D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2B567-DC58-BB85-1B68-BA99967DD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14F54-C572-4563-8F0C-98E5077C2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576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3C9EE-9690-E5FE-FAC0-726AC2713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CFEE3-74D5-BEE5-BEDC-0014A9FF4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1B54A-D83B-F901-7701-72D446D36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9686E-F989-49A5-870C-415E87997C41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847BC-C93A-B822-CB12-C6785093B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90664-5815-DAB6-6F30-AA335BCF3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14F54-C572-4563-8F0C-98E5077C2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669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7CB9D-8C5E-F7A7-F3C6-C90E1B552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C5CB4-29F8-F138-B742-17AD1FBFF7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FEFC3A-D999-FA33-BF33-83B1FA691F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776BD8-DD9F-D34E-5A26-F8BBB3C17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9686E-F989-49A5-870C-415E87997C41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18E32A-FDCF-0695-FA2A-0D5D20730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8D1252-2EA7-6C33-75CD-0A97A51D7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14F54-C572-4563-8F0C-98E5077C2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141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26E38-33FD-7398-5FC7-1E964D788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9FC6CF-ECE3-A94E-5CFF-C3A067AEB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BBA9C7-4EFB-6C79-35C4-B356E9CC5F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67A557-78AF-5EAA-06AF-96849FDB12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B4B331-8204-AF5A-4249-440EAB8D0A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80F665-782A-BD7D-D05A-ECAF27A4D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9686E-F989-49A5-870C-415E87997C41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0259C6-E39D-7865-CDFF-43FE45C0C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A2A026-3B30-66DA-135D-764C90177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14F54-C572-4563-8F0C-98E5077C2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9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4EE99-A104-6C22-BD10-1F3448D71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3F6C83-1C6A-1D01-0B3E-2AA68993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9686E-F989-49A5-870C-415E87997C41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949ED5-54DC-778D-FD2F-F8E1FA61B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5369B0-2C24-B646-1669-6F11CC493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14F54-C572-4563-8F0C-98E5077C2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08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937154-73B1-876C-7D9D-131142772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9686E-F989-49A5-870C-415E87997C41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D86EA2-61CF-6286-28C0-1A3719D95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B9100-967F-9D6B-11AA-5D61198F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14F54-C572-4563-8F0C-98E5077C2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080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FC9AE-7EB8-90B6-9191-2298B3ACD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045C7-7737-53F2-44CD-AB9F0A784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9A3AF3-849E-699C-F3ED-73B5CC96C0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4F0498-3AF4-44C0-1B14-82C74B0ED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9686E-F989-49A5-870C-415E87997C41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006B55-276B-0FE9-CBAE-AC1814FE2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8F28A-8FAC-3434-1D6B-08F9468FA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14F54-C572-4563-8F0C-98E5077C2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200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8DDB3-1FAF-A5E1-EB1A-86C7F436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1386BF-46F6-5ED6-1F92-9007B0C8FC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3A716E-93FB-489D-D5EC-D1BC6FA0D5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270D2-5CD4-72F2-DB76-1F691BF40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9686E-F989-49A5-870C-415E87997C41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0164E-35B9-45CD-717D-F3257A7F9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07BBD9-B5DB-C767-F30F-CCC2353A7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14F54-C572-4563-8F0C-98E5077C2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429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FB4CC-8337-888D-396A-48A13F362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F3CFA7-4480-45DD-EBC9-1695D2A29C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497FC-AEC2-7424-4D6C-FC6E82059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9686E-F989-49A5-870C-415E87997C41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1FA63-FE95-C2D2-302B-BDD249B86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6EC9B-51EF-A789-9641-89A02B618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14F54-C572-4563-8F0C-98E5077C2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620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12FC92-7D27-5042-4E6D-6F3C65924B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5E6C12-D3CF-09BA-12C4-890EB6FD6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7833E-4049-A953-B3E5-D7952B11A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9686E-F989-49A5-870C-415E87997C41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372DA-86C5-627A-CE88-B73B935EB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51188-4FF2-DA3C-E42F-E03A77153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14F54-C572-4563-8F0C-98E5077C2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772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3B8107-8EA5-F03E-225C-9C78E8FAB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C3F3E-B3CE-DF08-3311-F0706C9C9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73B69-B891-AFDA-4881-3EE994C742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69686E-F989-49A5-870C-415E87997C41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231DB-14B7-FCBE-3BD0-A98C47777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2D936-5428-56BB-399B-16ACC7661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C14F54-C572-4563-8F0C-98E5077C2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965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6D04E5AC-C9C6-CF13-00C6-3C1ACACF6283}"/>
              </a:ext>
            </a:extLst>
          </p:cNvPr>
          <p:cNvSpPr/>
          <p:nvPr/>
        </p:nvSpPr>
        <p:spPr>
          <a:xfrm>
            <a:off x="348948" y="679505"/>
            <a:ext cx="2194868" cy="1166556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noProof="0" dirty="0"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163700-7209-1115-0BE0-25814C60676B}"/>
              </a:ext>
            </a:extLst>
          </p:cNvPr>
          <p:cNvSpPr txBox="1"/>
          <p:nvPr/>
        </p:nvSpPr>
        <p:spPr>
          <a:xfrm>
            <a:off x="4576573" y="57724"/>
            <a:ext cx="30388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b="1" noProof="0" dirty="0">
                <a:solidFill>
                  <a:schemeClr val="bg1"/>
                </a:solidFill>
                <a:latin typeface="Century Gothic" panose="020B0502020202020204" pitchFamily="34" charset="0"/>
              </a:rPr>
              <a:t>Kaho’s</a:t>
            </a:r>
          </a:p>
          <a:p>
            <a:pPr algn="ctr"/>
            <a:r>
              <a:rPr lang="en-CA" sz="3200" b="1" noProof="0" dirty="0">
                <a:solidFill>
                  <a:schemeClr val="bg1"/>
                </a:solidFill>
                <a:latin typeface="Century Gothic" panose="020B0502020202020204" pitchFamily="34" charset="0"/>
              </a:rPr>
              <a:t>Wordless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913A1F-9F3C-845E-0C0D-E5A90B05931A}"/>
              </a:ext>
            </a:extLst>
          </p:cNvPr>
          <p:cNvSpPr txBox="1"/>
          <p:nvPr/>
        </p:nvSpPr>
        <p:spPr>
          <a:xfrm>
            <a:off x="525004" y="250698"/>
            <a:ext cx="16672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000" b="1" i="1" dirty="0">
                <a:solidFill>
                  <a:schemeClr val="bg1"/>
                </a:solidFill>
                <a:latin typeface="Century Gothic" panose="020B0502020202020204" pitchFamily="34" charset="0"/>
              </a:rPr>
              <a:t>Vibe</a:t>
            </a:r>
            <a:r>
              <a:rPr lang="en-CA" sz="2000" b="1" i="1" noProof="0" dirty="0">
                <a:solidFill>
                  <a:schemeClr val="bg1"/>
                </a:solidFill>
                <a:latin typeface="Century Gothic" panose="020B0502020202020204" pitchFamily="34" charset="0"/>
              </a:rPr>
              <a:t> finder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30B5DA4-73DE-0E85-6C3F-288288B0345A}"/>
              </a:ext>
            </a:extLst>
          </p:cNvPr>
          <p:cNvGrpSpPr/>
          <p:nvPr/>
        </p:nvGrpSpPr>
        <p:grpSpPr>
          <a:xfrm>
            <a:off x="3594554" y="4657434"/>
            <a:ext cx="5002895" cy="1651287"/>
            <a:chOff x="3594554" y="4657434"/>
            <a:chExt cx="5002895" cy="1651287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D69F15CB-48A2-387A-51BF-99241565F8E6}"/>
                </a:ext>
              </a:extLst>
            </p:cNvPr>
            <p:cNvSpPr/>
            <p:nvPr/>
          </p:nvSpPr>
          <p:spPr>
            <a:xfrm>
              <a:off x="3594554" y="4657434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Q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7DB1F12-20B5-65F6-E211-3E9F5FA8006D}"/>
                </a:ext>
              </a:extLst>
            </p:cNvPr>
            <p:cNvSpPr/>
            <p:nvPr/>
          </p:nvSpPr>
          <p:spPr>
            <a:xfrm>
              <a:off x="4100647" y="4657434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W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2D124D5F-CDE4-BC73-3CFB-35D56552B103}"/>
                </a:ext>
              </a:extLst>
            </p:cNvPr>
            <p:cNvSpPr/>
            <p:nvPr/>
          </p:nvSpPr>
          <p:spPr>
            <a:xfrm>
              <a:off x="4606740" y="4657434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E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802E9CB0-88C6-0F5A-5293-761B4F3D1E42}"/>
                </a:ext>
              </a:extLst>
            </p:cNvPr>
            <p:cNvSpPr/>
            <p:nvPr/>
          </p:nvSpPr>
          <p:spPr>
            <a:xfrm>
              <a:off x="5112833" y="4657434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R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C39D3C8C-0477-1F8C-52AC-4627B3737AA5}"/>
                </a:ext>
              </a:extLst>
            </p:cNvPr>
            <p:cNvSpPr/>
            <p:nvPr/>
          </p:nvSpPr>
          <p:spPr>
            <a:xfrm>
              <a:off x="5618926" y="4657434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T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A07FD146-55FF-CA20-7C62-C7ED0E3ADD09}"/>
                </a:ext>
              </a:extLst>
            </p:cNvPr>
            <p:cNvSpPr/>
            <p:nvPr/>
          </p:nvSpPr>
          <p:spPr>
            <a:xfrm>
              <a:off x="6125019" y="4657434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Y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837F5AB6-E3EC-B3EB-1E1E-3E3F270B8963}"/>
                </a:ext>
              </a:extLst>
            </p:cNvPr>
            <p:cNvSpPr/>
            <p:nvPr/>
          </p:nvSpPr>
          <p:spPr>
            <a:xfrm>
              <a:off x="6631112" y="4657434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U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260996E7-E1DA-4593-D311-6D902CA14C75}"/>
                </a:ext>
              </a:extLst>
            </p:cNvPr>
            <p:cNvSpPr/>
            <p:nvPr/>
          </p:nvSpPr>
          <p:spPr>
            <a:xfrm>
              <a:off x="7137205" y="4657434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I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E50DB638-BB82-6B27-BB54-5DE81822AF24}"/>
                </a:ext>
              </a:extLst>
            </p:cNvPr>
            <p:cNvSpPr/>
            <p:nvPr/>
          </p:nvSpPr>
          <p:spPr>
            <a:xfrm>
              <a:off x="7643298" y="4657434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O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990F83DE-558C-7C28-B6FE-5BF07CF16B6A}"/>
                </a:ext>
              </a:extLst>
            </p:cNvPr>
            <p:cNvSpPr/>
            <p:nvPr/>
          </p:nvSpPr>
          <p:spPr>
            <a:xfrm>
              <a:off x="8149393" y="4657434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P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36965D6F-639C-8A8A-C149-D2AFBAC32E08}"/>
                </a:ext>
              </a:extLst>
            </p:cNvPr>
            <p:cNvSpPr/>
            <p:nvPr/>
          </p:nvSpPr>
          <p:spPr>
            <a:xfrm>
              <a:off x="3844960" y="5216235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A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F262FFC9-1B50-F9D0-5420-EB5F7D53D534}"/>
                </a:ext>
              </a:extLst>
            </p:cNvPr>
            <p:cNvSpPr/>
            <p:nvPr/>
          </p:nvSpPr>
          <p:spPr>
            <a:xfrm>
              <a:off x="4353538" y="5216235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S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9E071EC1-B45B-94A2-A831-BD06733D5604}"/>
                </a:ext>
              </a:extLst>
            </p:cNvPr>
            <p:cNvSpPr/>
            <p:nvPr/>
          </p:nvSpPr>
          <p:spPr>
            <a:xfrm>
              <a:off x="4862116" y="5216235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D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E05B442-B78F-BA40-2486-25DE213E8C10}"/>
                </a:ext>
              </a:extLst>
            </p:cNvPr>
            <p:cNvSpPr/>
            <p:nvPr/>
          </p:nvSpPr>
          <p:spPr>
            <a:xfrm>
              <a:off x="5370694" y="5216235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F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9A1AD47-2AE1-26C9-697E-C1ADADB69273}"/>
                </a:ext>
              </a:extLst>
            </p:cNvPr>
            <p:cNvSpPr/>
            <p:nvPr/>
          </p:nvSpPr>
          <p:spPr>
            <a:xfrm>
              <a:off x="5879272" y="5216235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G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0E0DE407-C8CF-1DF2-1893-B86E12F82F85}"/>
                </a:ext>
              </a:extLst>
            </p:cNvPr>
            <p:cNvSpPr/>
            <p:nvPr/>
          </p:nvSpPr>
          <p:spPr>
            <a:xfrm>
              <a:off x="6387850" y="5216235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H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2BF97830-B240-D31C-1D96-83797F085CF0}"/>
                </a:ext>
              </a:extLst>
            </p:cNvPr>
            <p:cNvSpPr/>
            <p:nvPr/>
          </p:nvSpPr>
          <p:spPr>
            <a:xfrm>
              <a:off x="6896428" y="5216235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J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27A1D01-2E59-C134-3A49-9464E0933C4E}"/>
                </a:ext>
              </a:extLst>
            </p:cNvPr>
            <p:cNvSpPr/>
            <p:nvPr/>
          </p:nvSpPr>
          <p:spPr>
            <a:xfrm>
              <a:off x="7405006" y="5216235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K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C1CA9A9-B02F-7B0C-9522-9D6B78189FFF}"/>
                </a:ext>
              </a:extLst>
            </p:cNvPr>
            <p:cNvSpPr/>
            <p:nvPr/>
          </p:nvSpPr>
          <p:spPr>
            <a:xfrm>
              <a:off x="7913585" y="5216235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L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11C9EE68-40B9-F357-9C32-9C279FC56FE9}"/>
                </a:ext>
              </a:extLst>
            </p:cNvPr>
            <p:cNvSpPr/>
            <p:nvPr/>
          </p:nvSpPr>
          <p:spPr>
            <a:xfrm>
              <a:off x="4375506" y="5785501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Z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8310A91F-B55D-8EEE-E3BE-3CFE2D60EAA1}"/>
                </a:ext>
              </a:extLst>
            </p:cNvPr>
            <p:cNvSpPr/>
            <p:nvPr/>
          </p:nvSpPr>
          <p:spPr>
            <a:xfrm>
              <a:off x="4874328" y="5785501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X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5F157C7F-792A-5626-F0B1-0FD8E8D0E009}"/>
                </a:ext>
              </a:extLst>
            </p:cNvPr>
            <p:cNvSpPr/>
            <p:nvPr/>
          </p:nvSpPr>
          <p:spPr>
            <a:xfrm>
              <a:off x="5373150" y="5785501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C</a:t>
              </a: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620595E9-315F-72D1-C5C2-5656C1F67773}"/>
                </a:ext>
              </a:extLst>
            </p:cNvPr>
            <p:cNvSpPr/>
            <p:nvPr/>
          </p:nvSpPr>
          <p:spPr>
            <a:xfrm>
              <a:off x="5871972" y="5785501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V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A5874E6C-9A5F-01C5-F68B-553DD29BDCFF}"/>
                </a:ext>
              </a:extLst>
            </p:cNvPr>
            <p:cNvSpPr/>
            <p:nvPr/>
          </p:nvSpPr>
          <p:spPr>
            <a:xfrm>
              <a:off x="6370794" y="5785501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B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636CA52-570B-8DFE-50CC-DE5BB77F86C4}"/>
                </a:ext>
              </a:extLst>
            </p:cNvPr>
            <p:cNvSpPr/>
            <p:nvPr/>
          </p:nvSpPr>
          <p:spPr>
            <a:xfrm>
              <a:off x="6869616" y="5785501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N</a:t>
              </a: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D7858FFC-B0CA-DCD3-F0EA-2E0E536CD5A5}"/>
                </a:ext>
              </a:extLst>
            </p:cNvPr>
            <p:cNvSpPr/>
            <p:nvPr/>
          </p:nvSpPr>
          <p:spPr>
            <a:xfrm>
              <a:off x="7368438" y="5785501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M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F651F508-925A-0471-52EB-8579B72EAF52}"/>
                </a:ext>
              </a:extLst>
            </p:cNvPr>
            <p:cNvSpPr/>
            <p:nvPr/>
          </p:nvSpPr>
          <p:spPr>
            <a:xfrm>
              <a:off x="7867263" y="5785501"/>
              <a:ext cx="730186" cy="523220"/>
            </a:xfrm>
            <a:prstGeom prst="roundRect">
              <a:avLst>
                <a:gd name="adj" fmla="val 2008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b="1" noProof="0" dirty="0">
                <a:latin typeface="Century Gothic" panose="020B0502020202020204" pitchFamily="34" charset="0"/>
              </a:endParaRP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5765599F-C9E9-FEC1-0BF5-F5CD9A001E54}"/>
                </a:ext>
              </a:extLst>
            </p:cNvPr>
            <p:cNvSpPr/>
            <p:nvPr/>
          </p:nvSpPr>
          <p:spPr>
            <a:xfrm>
              <a:off x="3594554" y="5785501"/>
              <a:ext cx="730186" cy="523220"/>
            </a:xfrm>
            <a:prstGeom prst="roundRect">
              <a:avLst>
                <a:gd name="adj" fmla="val 2008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200" b="1" noProof="0" dirty="0">
                  <a:latin typeface="Century Gothic" panose="020B0502020202020204" pitchFamily="34" charset="0"/>
                </a:rPr>
                <a:t>ENTER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CBB4DB1-B9BE-7850-1D96-E472A356FFCA}"/>
              </a:ext>
            </a:extLst>
          </p:cNvPr>
          <p:cNvGrpSpPr/>
          <p:nvPr/>
        </p:nvGrpSpPr>
        <p:grpSpPr>
          <a:xfrm>
            <a:off x="5382089" y="1356613"/>
            <a:ext cx="1427824" cy="2895297"/>
            <a:chOff x="5135990" y="1134942"/>
            <a:chExt cx="1427824" cy="2895297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B8A490A8-DBC5-F077-3F7F-1791A8AAAF33}"/>
                </a:ext>
              </a:extLst>
            </p:cNvPr>
            <p:cNvSpPr/>
            <p:nvPr/>
          </p:nvSpPr>
          <p:spPr>
            <a:xfrm>
              <a:off x="5135990" y="1134942"/>
              <a:ext cx="448056" cy="448056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noProof="0" dirty="0">
                <a:latin typeface="Century Gothic" panose="020B0502020202020204" pitchFamily="34" charset="0"/>
              </a:endParaRP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40CFD8E7-8D2E-F02B-25E6-4AE9E8BC5FB7}"/>
                </a:ext>
              </a:extLst>
            </p:cNvPr>
            <p:cNvSpPr/>
            <p:nvPr/>
          </p:nvSpPr>
          <p:spPr>
            <a:xfrm>
              <a:off x="5135990" y="1624390"/>
              <a:ext cx="448056" cy="448056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noProof="0" dirty="0">
                <a:latin typeface="Century Gothic" panose="020B0502020202020204" pitchFamily="34" charset="0"/>
              </a:endParaRPr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DE231250-A9F7-1270-1A4E-E0E92394B042}"/>
                </a:ext>
              </a:extLst>
            </p:cNvPr>
            <p:cNvSpPr/>
            <p:nvPr/>
          </p:nvSpPr>
          <p:spPr>
            <a:xfrm>
              <a:off x="5135990" y="2113838"/>
              <a:ext cx="448056" cy="448056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noProof="0" dirty="0">
                <a:latin typeface="Century Gothic" panose="020B0502020202020204" pitchFamily="34" charset="0"/>
              </a:endParaRPr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6B337AC4-0A0E-CE1B-F182-33CF05D4A21D}"/>
                </a:ext>
              </a:extLst>
            </p:cNvPr>
            <p:cNvSpPr/>
            <p:nvPr/>
          </p:nvSpPr>
          <p:spPr>
            <a:xfrm>
              <a:off x="5135990" y="2603286"/>
              <a:ext cx="448056" cy="448056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noProof="0" dirty="0">
                <a:latin typeface="Century Gothic" panose="020B0502020202020204" pitchFamily="34" charset="0"/>
              </a:endParaRP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C049E5D3-B516-E381-3A44-EB176AA57711}"/>
                </a:ext>
              </a:extLst>
            </p:cNvPr>
            <p:cNvSpPr/>
            <p:nvPr/>
          </p:nvSpPr>
          <p:spPr>
            <a:xfrm>
              <a:off x="5135990" y="3092734"/>
              <a:ext cx="448056" cy="448056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noProof="0" dirty="0">
                <a:latin typeface="Century Gothic" panose="020B0502020202020204" pitchFamily="34" charset="0"/>
              </a:endParaRPr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FD0129B1-34AC-4847-69F1-3F8CE863BCBC}"/>
                </a:ext>
              </a:extLst>
            </p:cNvPr>
            <p:cNvSpPr/>
            <p:nvPr/>
          </p:nvSpPr>
          <p:spPr>
            <a:xfrm>
              <a:off x="5135990" y="3582183"/>
              <a:ext cx="448056" cy="448056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noProof="0" dirty="0">
                <a:latin typeface="Century Gothic" panose="020B0502020202020204" pitchFamily="34" charset="0"/>
              </a:endParaRP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97047C6A-B1FC-B55E-7396-52CAA5ADED56}"/>
                </a:ext>
              </a:extLst>
            </p:cNvPr>
            <p:cNvSpPr/>
            <p:nvPr/>
          </p:nvSpPr>
          <p:spPr>
            <a:xfrm>
              <a:off x="5625874" y="1134942"/>
              <a:ext cx="448056" cy="448056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noProof="0" dirty="0">
                <a:latin typeface="Century Gothic" panose="020B0502020202020204" pitchFamily="34" charset="0"/>
              </a:endParaRP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BC129F39-AD09-1F48-9F72-7A15040019FD}"/>
                </a:ext>
              </a:extLst>
            </p:cNvPr>
            <p:cNvSpPr/>
            <p:nvPr/>
          </p:nvSpPr>
          <p:spPr>
            <a:xfrm>
              <a:off x="5625874" y="1624390"/>
              <a:ext cx="448056" cy="448056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noProof="0" dirty="0">
                <a:latin typeface="Century Gothic" panose="020B0502020202020204" pitchFamily="34" charset="0"/>
              </a:endParaRPr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FFFDF87C-09EF-9DE7-24E9-D03F77FA42D8}"/>
                </a:ext>
              </a:extLst>
            </p:cNvPr>
            <p:cNvSpPr/>
            <p:nvPr/>
          </p:nvSpPr>
          <p:spPr>
            <a:xfrm>
              <a:off x="5625874" y="2113838"/>
              <a:ext cx="448056" cy="448056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noProof="0" dirty="0">
                <a:latin typeface="Century Gothic" panose="020B0502020202020204" pitchFamily="34" charset="0"/>
              </a:endParaRP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5E9C9DC5-FDBB-F702-46EC-010AB94FB5C2}"/>
                </a:ext>
              </a:extLst>
            </p:cNvPr>
            <p:cNvSpPr/>
            <p:nvPr/>
          </p:nvSpPr>
          <p:spPr>
            <a:xfrm>
              <a:off x="5625874" y="2603286"/>
              <a:ext cx="448056" cy="448056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noProof="0" dirty="0">
                <a:latin typeface="Century Gothic" panose="020B0502020202020204" pitchFamily="34" charset="0"/>
              </a:endParaRPr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6CA6FC60-2AC1-151E-E7BA-C7FC32074054}"/>
                </a:ext>
              </a:extLst>
            </p:cNvPr>
            <p:cNvSpPr/>
            <p:nvPr/>
          </p:nvSpPr>
          <p:spPr>
            <a:xfrm>
              <a:off x="5625874" y="3092734"/>
              <a:ext cx="448056" cy="448056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noProof="0" dirty="0">
                <a:latin typeface="Century Gothic" panose="020B0502020202020204" pitchFamily="34" charset="0"/>
              </a:endParaRP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885E2548-A7DB-5178-70C5-72497AF453C6}"/>
                </a:ext>
              </a:extLst>
            </p:cNvPr>
            <p:cNvSpPr/>
            <p:nvPr/>
          </p:nvSpPr>
          <p:spPr>
            <a:xfrm>
              <a:off x="5625874" y="3582183"/>
              <a:ext cx="448056" cy="448056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noProof="0" dirty="0">
                <a:latin typeface="Century Gothic" panose="020B0502020202020204" pitchFamily="34" charset="0"/>
              </a:endParaRP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DAD7D9D2-92F1-1918-4DA4-5F63E96DAC6A}"/>
                </a:ext>
              </a:extLst>
            </p:cNvPr>
            <p:cNvSpPr/>
            <p:nvPr/>
          </p:nvSpPr>
          <p:spPr>
            <a:xfrm>
              <a:off x="6115758" y="1134942"/>
              <a:ext cx="448056" cy="448056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noProof="0" dirty="0">
                <a:latin typeface="Century Gothic" panose="020B0502020202020204" pitchFamily="34" charset="0"/>
              </a:endParaRP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08A200FA-6731-197C-54C7-3B93FA29E65C}"/>
                </a:ext>
              </a:extLst>
            </p:cNvPr>
            <p:cNvSpPr/>
            <p:nvPr/>
          </p:nvSpPr>
          <p:spPr>
            <a:xfrm>
              <a:off x="6115758" y="1624390"/>
              <a:ext cx="448056" cy="448056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noProof="0" dirty="0">
                <a:latin typeface="Century Gothic" panose="020B0502020202020204" pitchFamily="34" charset="0"/>
              </a:endParaRPr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7C20AEF6-46A6-5252-0194-7D30B7BEC69B}"/>
                </a:ext>
              </a:extLst>
            </p:cNvPr>
            <p:cNvSpPr/>
            <p:nvPr/>
          </p:nvSpPr>
          <p:spPr>
            <a:xfrm>
              <a:off x="6115758" y="2113838"/>
              <a:ext cx="448056" cy="448056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noProof="0" dirty="0">
                <a:latin typeface="Century Gothic" panose="020B0502020202020204" pitchFamily="34" charset="0"/>
              </a:endParaRPr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C9EA5DC5-9AAC-7DE9-E260-DE35620ABF43}"/>
                </a:ext>
              </a:extLst>
            </p:cNvPr>
            <p:cNvSpPr/>
            <p:nvPr/>
          </p:nvSpPr>
          <p:spPr>
            <a:xfrm>
              <a:off x="6115758" y="2603286"/>
              <a:ext cx="448056" cy="448056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noProof="0" dirty="0">
                <a:latin typeface="Century Gothic" panose="020B0502020202020204" pitchFamily="34" charset="0"/>
              </a:endParaRP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A610B349-82A5-6EB1-8046-E3D8F2F478ED}"/>
                </a:ext>
              </a:extLst>
            </p:cNvPr>
            <p:cNvSpPr/>
            <p:nvPr/>
          </p:nvSpPr>
          <p:spPr>
            <a:xfrm>
              <a:off x="6115758" y="3092734"/>
              <a:ext cx="448056" cy="448056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noProof="0" dirty="0">
                <a:latin typeface="Century Gothic" panose="020B0502020202020204" pitchFamily="34" charset="0"/>
              </a:endParaRP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669FE2D7-59B1-E5E8-96A7-C97100CFD303}"/>
                </a:ext>
              </a:extLst>
            </p:cNvPr>
            <p:cNvSpPr/>
            <p:nvPr/>
          </p:nvSpPr>
          <p:spPr>
            <a:xfrm>
              <a:off x="6115758" y="3582183"/>
              <a:ext cx="448056" cy="448056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noProof="0" dirty="0">
                <a:latin typeface="Century Gothic" panose="020B0502020202020204" pitchFamily="34" charset="0"/>
              </a:endParaRPr>
            </a:p>
          </p:txBody>
        </p:sp>
      </p:grp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63B78E0D-D4A6-63AF-BA09-50C669CC0484}"/>
              </a:ext>
            </a:extLst>
          </p:cNvPr>
          <p:cNvSpPr/>
          <p:nvPr/>
        </p:nvSpPr>
        <p:spPr>
          <a:xfrm>
            <a:off x="7907714" y="350039"/>
            <a:ext cx="448056" cy="44805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noProof="0" dirty="0">
                <a:latin typeface="Century Gothic" panose="020B0502020202020204" pitchFamily="34" charset="0"/>
              </a:rPr>
              <a:t>-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43DE1464-5D17-452A-515C-1EB59D7A0CB7}"/>
              </a:ext>
            </a:extLst>
          </p:cNvPr>
          <p:cNvSpPr/>
          <p:nvPr/>
        </p:nvSpPr>
        <p:spPr>
          <a:xfrm>
            <a:off x="9011460" y="350039"/>
            <a:ext cx="448056" cy="448056"/>
          </a:xfrm>
          <a:prstGeom prst="roundRect">
            <a:avLst/>
          </a:prstGeom>
          <a:solidFill>
            <a:srgbClr val="7474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latin typeface="Century Gothic" panose="020B0502020202020204" pitchFamily="34" charset="0"/>
              </a:rPr>
              <a:t>+</a:t>
            </a:r>
            <a:endParaRPr lang="en-CA" b="1" noProof="0" dirty="0">
              <a:latin typeface="Century Gothic" panose="020B0502020202020204" pitchFamily="34" charset="0"/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5BC9BFE2-A45B-62E9-3578-D15658AFBC36}"/>
              </a:ext>
            </a:extLst>
          </p:cNvPr>
          <p:cNvSpPr/>
          <p:nvPr/>
        </p:nvSpPr>
        <p:spPr>
          <a:xfrm>
            <a:off x="8459587" y="350039"/>
            <a:ext cx="448056" cy="448056"/>
          </a:xfrm>
          <a:prstGeom prst="roundRect">
            <a:avLst/>
          </a:prstGeom>
          <a:solidFill>
            <a:srgbClr val="171717"/>
          </a:solidFill>
          <a:ln>
            <a:solidFill>
              <a:srgbClr val="747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noProof="0" dirty="0">
                <a:latin typeface="Century Gothic" panose="020B0502020202020204" pitchFamily="34" charset="0"/>
              </a:rPr>
              <a:t>3</a:t>
            </a:r>
          </a:p>
        </p:txBody>
      </p:sp>
      <p:pic>
        <p:nvPicPr>
          <p:cNvPr id="71" name="Graphic 70" descr="End with solid fill">
            <a:extLst>
              <a:ext uri="{FF2B5EF4-FFF2-40B4-BE49-F238E27FC236}">
                <a16:creationId xmlns:a16="http://schemas.microsoft.com/office/drawing/2014/main" id="{9A71C8AE-E9D7-129D-134D-DD58F8A684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18516" y="1432716"/>
            <a:ext cx="373753" cy="373753"/>
          </a:xfrm>
          <a:prstGeom prst="rect">
            <a:avLst/>
          </a:prstGeom>
        </p:spPr>
      </p:pic>
      <p:pic>
        <p:nvPicPr>
          <p:cNvPr id="75" name="Graphic 74" descr="Play with solid fill">
            <a:extLst>
              <a:ext uri="{FF2B5EF4-FFF2-40B4-BE49-F238E27FC236}">
                <a16:creationId xmlns:a16="http://schemas.microsoft.com/office/drawing/2014/main" id="{EADE9BCF-B52B-4CA7-2E50-B20B4EF56C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0479" y="1409674"/>
            <a:ext cx="373753" cy="373753"/>
          </a:xfrm>
          <a:prstGeom prst="rect">
            <a:avLst/>
          </a:prstGeom>
        </p:spPr>
      </p:pic>
      <p:pic>
        <p:nvPicPr>
          <p:cNvPr id="76" name="Graphic 75" descr="End with solid fill">
            <a:extLst>
              <a:ext uri="{FF2B5EF4-FFF2-40B4-BE49-F238E27FC236}">
                <a16:creationId xmlns:a16="http://schemas.microsoft.com/office/drawing/2014/main" id="{18CB4D04-F2E6-5657-2EB3-61D96C36A4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676233" y="1420530"/>
            <a:ext cx="373753" cy="373753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2DEFBC2C-715C-3675-181D-7DA53E985220}"/>
              </a:ext>
            </a:extLst>
          </p:cNvPr>
          <p:cNvSpPr txBox="1"/>
          <p:nvPr/>
        </p:nvSpPr>
        <p:spPr>
          <a:xfrm>
            <a:off x="612747" y="871065"/>
            <a:ext cx="16672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Super Mario</a:t>
            </a:r>
            <a:endParaRPr lang="en-CA" sz="1600" noProof="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BCE031C5-290E-1F31-A482-AD78F2D49D19}"/>
              </a:ext>
            </a:extLst>
          </p:cNvPr>
          <p:cNvGrpSpPr/>
          <p:nvPr/>
        </p:nvGrpSpPr>
        <p:grpSpPr>
          <a:xfrm>
            <a:off x="319162" y="2784403"/>
            <a:ext cx="1941105" cy="874035"/>
            <a:chOff x="319162" y="2784403"/>
            <a:chExt cx="1941105" cy="874035"/>
          </a:xfrm>
        </p:grpSpPr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59A79505-4DE2-46BE-CE07-8520C09410A8}"/>
                </a:ext>
              </a:extLst>
            </p:cNvPr>
            <p:cNvSpPr/>
            <p:nvPr/>
          </p:nvSpPr>
          <p:spPr>
            <a:xfrm>
              <a:off x="319162" y="2784403"/>
              <a:ext cx="1941105" cy="874035"/>
            </a:xfrm>
            <a:prstGeom prst="roundRect">
              <a:avLst>
                <a:gd name="adj" fmla="val 27808"/>
              </a:avLst>
            </a:prstGeom>
            <a:solidFill>
              <a:srgbClr val="171717"/>
            </a:solidFill>
            <a:ln>
              <a:noFill/>
            </a:ln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entury Gothic" panose="020B0502020202020204" pitchFamily="34" charset="0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4F216B4D-A875-F35A-27BB-723B2F63D4B0}"/>
                </a:ext>
              </a:extLst>
            </p:cNvPr>
            <p:cNvSpPr txBox="1"/>
            <p:nvPr/>
          </p:nvSpPr>
          <p:spPr>
            <a:xfrm>
              <a:off x="457094" y="2898255"/>
              <a:ext cx="16652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background</a:t>
              </a:r>
              <a:br>
                <a:rPr lang="es-CO" dirty="0">
                  <a:solidFill>
                    <a:schemeClr val="bg1"/>
                  </a:solidFill>
                  <a:latin typeface="Century Gothic" panose="020B0502020202020204" pitchFamily="34" charset="0"/>
                </a:rPr>
              </a:br>
              <a:r>
                <a:rPr lang="es-CO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#171717</a:t>
              </a:r>
              <a:endParaRPr lang="en-US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A828829C-C286-A456-5C27-A15E6863FBAE}"/>
              </a:ext>
            </a:extLst>
          </p:cNvPr>
          <p:cNvGrpSpPr/>
          <p:nvPr/>
        </p:nvGrpSpPr>
        <p:grpSpPr>
          <a:xfrm>
            <a:off x="319162" y="3832892"/>
            <a:ext cx="1941105" cy="874035"/>
            <a:chOff x="7082541" y="2474787"/>
            <a:chExt cx="1941105" cy="874035"/>
          </a:xfrm>
        </p:grpSpPr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D6484882-0D2B-DD28-34A2-AA7CD91054DE}"/>
                </a:ext>
              </a:extLst>
            </p:cNvPr>
            <p:cNvSpPr/>
            <p:nvPr/>
          </p:nvSpPr>
          <p:spPr>
            <a:xfrm>
              <a:off x="7082541" y="2474787"/>
              <a:ext cx="1941105" cy="874035"/>
            </a:xfrm>
            <a:prstGeom prst="roundRect">
              <a:avLst>
                <a:gd name="adj" fmla="val 30979"/>
              </a:avLst>
            </a:prstGeom>
            <a:solidFill>
              <a:srgbClr val="404040"/>
            </a:solidFill>
            <a:ln>
              <a:noFill/>
            </a:ln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entury Gothic" panose="020B0502020202020204" pitchFamily="34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28631009-A6E1-9CB7-A610-465E9808297D}"/>
                </a:ext>
              </a:extLst>
            </p:cNvPr>
            <p:cNvSpPr txBox="1"/>
            <p:nvPr/>
          </p:nvSpPr>
          <p:spPr>
            <a:xfrm>
              <a:off x="7082541" y="2588639"/>
              <a:ext cx="194110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second-accent</a:t>
              </a:r>
              <a:br>
                <a:rPr lang="en-CA" dirty="0">
                  <a:solidFill>
                    <a:schemeClr val="bg1"/>
                  </a:solidFill>
                  <a:latin typeface="Century Gothic" panose="020B0502020202020204" pitchFamily="34" charset="0"/>
                </a:rPr>
              </a:br>
              <a:r>
                <a:rPr lang="en-CA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#404040</a:t>
              </a: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D73CB01-F90A-AC6C-0FE2-0D0C47C733B4}"/>
              </a:ext>
            </a:extLst>
          </p:cNvPr>
          <p:cNvGrpSpPr/>
          <p:nvPr/>
        </p:nvGrpSpPr>
        <p:grpSpPr>
          <a:xfrm>
            <a:off x="319162" y="4881380"/>
            <a:ext cx="1941105" cy="874035"/>
            <a:chOff x="8777285" y="4425326"/>
            <a:chExt cx="1941105" cy="874035"/>
          </a:xfrm>
        </p:grpSpPr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B92CDA2C-CC12-2D9B-A914-1D4EDA1E4146}"/>
                </a:ext>
              </a:extLst>
            </p:cNvPr>
            <p:cNvSpPr/>
            <p:nvPr/>
          </p:nvSpPr>
          <p:spPr>
            <a:xfrm>
              <a:off x="8777285" y="4425326"/>
              <a:ext cx="1941105" cy="874035"/>
            </a:xfrm>
            <a:prstGeom prst="roundRect">
              <a:avLst>
                <a:gd name="adj" fmla="val 27808"/>
              </a:avLst>
            </a:prstGeom>
            <a:solidFill>
              <a:srgbClr val="747474"/>
            </a:solidFill>
            <a:ln>
              <a:noFill/>
            </a:ln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entury Gothic" panose="020B0502020202020204" pitchFamily="34" charset="0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8AF80700-5C8A-D2C4-FBD7-BFB564B4D956}"/>
                </a:ext>
              </a:extLst>
            </p:cNvPr>
            <p:cNvSpPr txBox="1"/>
            <p:nvPr/>
          </p:nvSpPr>
          <p:spPr>
            <a:xfrm>
              <a:off x="8786466" y="4539178"/>
              <a:ext cx="19227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primary-accent</a:t>
              </a:r>
              <a:br>
                <a:rPr lang="en-CA" dirty="0">
                  <a:solidFill>
                    <a:schemeClr val="bg1"/>
                  </a:solidFill>
                  <a:latin typeface="Century Gothic" panose="020B0502020202020204" pitchFamily="34" charset="0"/>
                </a:rPr>
              </a:br>
              <a:r>
                <a:rPr lang="en-CA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#747474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330C21B-03BA-51F1-4DFD-FE72EEEE9076}"/>
              </a:ext>
            </a:extLst>
          </p:cNvPr>
          <p:cNvGrpSpPr/>
          <p:nvPr/>
        </p:nvGrpSpPr>
        <p:grpSpPr>
          <a:xfrm>
            <a:off x="8609187" y="1980745"/>
            <a:ext cx="1941105" cy="874035"/>
            <a:chOff x="8777285" y="4425326"/>
            <a:chExt cx="1941105" cy="874035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B44A9B3C-63C5-1C1A-DDDA-5EB58459ABE1}"/>
                </a:ext>
              </a:extLst>
            </p:cNvPr>
            <p:cNvSpPr/>
            <p:nvPr/>
          </p:nvSpPr>
          <p:spPr>
            <a:xfrm>
              <a:off x="8777285" y="4425326"/>
              <a:ext cx="1941105" cy="874035"/>
            </a:xfrm>
            <a:prstGeom prst="roundRect">
              <a:avLst>
                <a:gd name="adj" fmla="val 27808"/>
              </a:avLst>
            </a:prstGeom>
            <a:solidFill>
              <a:srgbClr val="DAC316"/>
            </a:solidFill>
            <a:ln>
              <a:noFill/>
            </a:ln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entury Gothic" panose="020B0502020202020204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1A6DB41-585B-90C2-6127-6C715A1A29C4}"/>
                </a:ext>
              </a:extLst>
            </p:cNvPr>
            <p:cNvSpPr txBox="1"/>
            <p:nvPr/>
          </p:nvSpPr>
          <p:spPr>
            <a:xfrm>
              <a:off x="8786466" y="4539178"/>
              <a:ext cx="19227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partial-color</a:t>
              </a:r>
              <a:br>
                <a:rPr lang="en-CA" dirty="0">
                  <a:solidFill>
                    <a:schemeClr val="bg1"/>
                  </a:solidFill>
                  <a:latin typeface="Century Gothic" panose="020B0502020202020204" pitchFamily="34" charset="0"/>
                </a:rPr>
              </a:br>
              <a:r>
                <a:rPr lang="en-CA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#DAC316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174C080-E301-FA98-49BF-5B2A8B843F7D}"/>
              </a:ext>
            </a:extLst>
          </p:cNvPr>
          <p:cNvGrpSpPr/>
          <p:nvPr/>
        </p:nvGrpSpPr>
        <p:grpSpPr>
          <a:xfrm>
            <a:off x="8609186" y="3048985"/>
            <a:ext cx="1941105" cy="874035"/>
            <a:chOff x="8777285" y="4425326"/>
            <a:chExt cx="1941105" cy="874035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8A10927B-9215-48E6-BD6A-E842FEB2060A}"/>
                </a:ext>
              </a:extLst>
            </p:cNvPr>
            <p:cNvSpPr/>
            <p:nvPr/>
          </p:nvSpPr>
          <p:spPr>
            <a:xfrm>
              <a:off x="8777285" y="4425326"/>
              <a:ext cx="1941105" cy="874035"/>
            </a:xfrm>
            <a:prstGeom prst="roundRect">
              <a:avLst>
                <a:gd name="adj" fmla="val 27808"/>
              </a:avLst>
            </a:prstGeom>
            <a:solidFill>
              <a:srgbClr val="196522"/>
            </a:solidFill>
            <a:ln>
              <a:noFill/>
            </a:ln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entury Gothic" panose="020B0502020202020204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AB59CF1-144D-1F1F-CBA0-076918DC1520}"/>
                </a:ext>
              </a:extLst>
            </p:cNvPr>
            <p:cNvSpPr txBox="1"/>
            <p:nvPr/>
          </p:nvSpPr>
          <p:spPr>
            <a:xfrm>
              <a:off x="8786466" y="4539178"/>
              <a:ext cx="19227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correct-color</a:t>
              </a:r>
              <a:br>
                <a:rPr lang="en-CA" dirty="0">
                  <a:solidFill>
                    <a:schemeClr val="bg1"/>
                  </a:solidFill>
                  <a:latin typeface="Century Gothic" panose="020B0502020202020204" pitchFamily="34" charset="0"/>
                </a:rPr>
              </a:br>
              <a:r>
                <a:rPr lang="en-CA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#196522</a:t>
              </a:r>
            </a:p>
          </p:txBody>
        </p:sp>
      </p:grp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6DB8123-5341-6844-D934-F6F1BC323950}"/>
              </a:ext>
            </a:extLst>
          </p:cNvPr>
          <p:cNvCxnSpPr/>
          <p:nvPr/>
        </p:nvCxnSpPr>
        <p:spPr>
          <a:xfrm flipH="1">
            <a:off x="3933977" y="1669100"/>
            <a:ext cx="333340" cy="0"/>
          </a:xfrm>
          <a:prstGeom prst="straightConnector1">
            <a:avLst/>
          </a:prstGeom>
          <a:ln w="63500">
            <a:solidFill>
              <a:schemeClr val="bg1"/>
            </a:solidFill>
            <a:headEnd w="lg" len="lg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3081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0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DDC57C-143A-E83D-432A-FB8041441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BDB1BD90-0859-989F-6A1B-FA08A64D1009}"/>
              </a:ext>
            </a:extLst>
          </p:cNvPr>
          <p:cNvSpPr/>
          <p:nvPr/>
        </p:nvSpPr>
        <p:spPr>
          <a:xfrm>
            <a:off x="348948" y="679505"/>
            <a:ext cx="2194868" cy="1166556"/>
          </a:xfrm>
          <a:prstGeom prst="roundRect">
            <a:avLst/>
          </a:prstGeom>
          <a:solidFill>
            <a:srgbClr val="0E38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A7C812-E113-1439-77FD-3F452A32DDC3}"/>
              </a:ext>
            </a:extLst>
          </p:cNvPr>
          <p:cNvSpPr txBox="1"/>
          <p:nvPr/>
        </p:nvSpPr>
        <p:spPr>
          <a:xfrm>
            <a:off x="4245322" y="204810"/>
            <a:ext cx="371595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b="1" noProof="0" dirty="0">
                <a:solidFill>
                  <a:schemeClr val="bg1"/>
                </a:solidFill>
                <a:latin typeface="Century Gothic" panose="020B0502020202020204" pitchFamily="34" charset="0"/>
              </a:rPr>
              <a:t>Kaho’s Wordless</a:t>
            </a:r>
          </a:p>
          <a:p>
            <a:pPr algn="ctr"/>
            <a:r>
              <a:rPr lang="en-CA" sz="2000" i="1" dirty="0">
                <a:solidFill>
                  <a:schemeClr val="bg1"/>
                </a:solidFill>
                <a:latin typeface="Century Gothic" panose="020B0502020202020204" pitchFamily="34" charset="0"/>
              </a:rPr>
              <a:t>Happy birthday </a:t>
            </a:r>
            <a:r>
              <a:rPr lang="en-CA" sz="2000" i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amorcito</a:t>
            </a:r>
            <a:endParaRPr lang="en-CA" sz="2000" i="1" noProof="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CD28F2-6C89-380D-BE71-5DCDD9A9DB03}"/>
              </a:ext>
            </a:extLst>
          </p:cNvPr>
          <p:cNvSpPr txBox="1"/>
          <p:nvPr/>
        </p:nvSpPr>
        <p:spPr>
          <a:xfrm>
            <a:off x="525004" y="250698"/>
            <a:ext cx="16672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000" b="1" i="1" dirty="0">
                <a:solidFill>
                  <a:schemeClr val="bg1"/>
                </a:solidFill>
                <a:latin typeface="Century Gothic" panose="020B0502020202020204" pitchFamily="34" charset="0"/>
              </a:rPr>
              <a:t>Vibe</a:t>
            </a:r>
            <a:r>
              <a:rPr lang="en-CA" sz="2000" b="1" i="1" noProof="0" dirty="0">
                <a:solidFill>
                  <a:schemeClr val="bg1"/>
                </a:solidFill>
                <a:latin typeface="Century Gothic" panose="020B0502020202020204" pitchFamily="34" charset="0"/>
              </a:rPr>
              <a:t> finder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19D3037-C26A-9ED8-F24E-F38D148201D2}"/>
              </a:ext>
            </a:extLst>
          </p:cNvPr>
          <p:cNvGrpSpPr/>
          <p:nvPr/>
        </p:nvGrpSpPr>
        <p:grpSpPr>
          <a:xfrm>
            <a:off x="3594554" y="4657434"/>
            <a:ext cx="5002895" cy="1651287"/>
            <a:chOff x="3594554" y="4657434"/>
            <a:chExt cx="5002895" cy="1651287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4C35D41C-DB1D-19F3-28AC-4C1FB8A8E07D}"/>
                </a:ext>
              </a:extLst>
            </p:cNvPr>
            <p:cNvSpPr/>
            <p:nvPr/>
          </p:nvSpPr>
          <p:spPr>
            <a:xfrm>
              <a:off x="3594554" y="4657434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rgbClr val="1965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Q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3EE6591-D52C-63C4-2FD2-99E7F460BB2D}"/>
                </a:ext>
              </a:extLst>
            </p:cNvPr>
            <p:cNvSpPr/>
            <p:nvPr/>
          </p:nvSpPr>
          <p:spPr>
            <a:xfrm>
              <a:off x="4100647" y="4657434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rgbClr val="1965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W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C5E44514-E83A-FF70-222A-D7DB30328AD6}"/>
                </a:ext>
              </a:extLst>
            </p:cNvPr>
            <p:cNvSpPr/>
            <p:nvPr/>
          </p:nvSpPr>
          <p:spPr>
            <a:xfrm>
              <a:off x="4606740" y="4657434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rgbClr val="1965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E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FE7BF72E-A039-F9DA-B719-2D8A67C4E466}"/>
                </a:ext>
              </a:extLst>
            </p:cNvPr>
            <p:cNvSpPr/>
            <p:nvPr/>
          </p:nvSpPr>
          <p:spPr>
            <a:xfrm>
              <a:off x="5112833" y="4657434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rgbClr val="1965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R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E269040-9BB3-C8E6-F558-C8400B2C43C8}"/>
                </a:ext>
              </a:extLst>
            </p:cNvPr>
            <p:cNvSpPr/>
            <p:nvPr/>
          </p:nvSpPr>
          <p:spPr>
            <a:xfrm>
              <a:off x="5618926" y="4657434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rgbClr val="1965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T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FB1205E7-F4FD-A983-BCFD-C595E10D420E}"/>
                </a:ext>
              </a:extLst>
            </p:cNvPr>
            <p:cNvSpPr/>
            <p:nvPr/>
          </p:nvSpPr>
          <p:spPr>
            <a:xfrm>
              <a:off x="6125019" y="4657434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rgbClr val="1965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Y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F00841A-FFAF-A978-A6CD-1FC2FCEF8B0A}"/>
                </a:ext>
              </a:extLst>
            </p:cNvPr>
            <p:cNvSpPr/>
            <p:nvPr/>
          </p:nvSpPr>
          <p:spPr>
            <a:xfrm>
              <a:off x="6631112" y="4657434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rgbClr val="1965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U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D1E7B62-E862-E611-2E90-8962430A80F2}"/>
                </a:ext>
              </a:extLst>
            </p:cNvPr>
            <p:cNvSpPr/>
            <p:nvPr/>
          </p:nvSpPr>
          <p:spPr>
            <a:xfrm>
              <a:off x="7137205" y="4657434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rgbClr val="1965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I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7C8B0B71-D214-ACEB-E694-8D6E46A2A6B8}"/>
                </a:ext>
              </a:extLst>
            </p:cNvPr>
            <p:cNvSpPr/>
            <p:nvPr/>
          </p:nvSpPr>
          <p:spPr>
            <a:xfrm>
              <a:off x="7643298" y="4657434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rgbClr val="1965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O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593278FA-1A14-F35E-6C06-A5C0572AEBC9}"/>
                </a:ext>
              </a:extLst>
            </p:cNvPr>
            <p:cNvSpPr/>
            <p:nvPr/>
          </p:nvSpPr>
          <p:spPr>
            <a:xfrm>
              <a:off x="8149393" y="4657434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rgbClr val="1965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P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E13B85B-58F6-FDAC-0A62-B8FE10B155C0}"/>
                </a:ext>
              </a:extLst>
            </p:cNvPr>
            <p:cNvSpPr/>
            <p:nvPr/>
          </p:nvSpPr>
          <p:spPr>
            <a:xfrm>
              <a:off x="3844960" y="5216235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rgbClr val="1965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A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FB013BB7-6A11-1074-0F49-F7184B1AF50B}"/>
                </a:ext>
              </a:extLst>
            </p:cNvPr>
            <p:cNvSpPr/>
            <p:nvPr/>
          </p:nvSpPr>
          <p:spPr>
            <a:xfrm>
              <a:off x="4353538" y="5216235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rgbClr val="1965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S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217AF6BB-D493-4A3F-0E7F-CC4C8643C5EF}"/>
                </a:ext>
              </a:extLst>
            </p:cNvPr>
            <p:cNvSpPr/>
            <p:nvPr/>
          </p:nvSpPr>
          <p:spPr>
            <a:xfrm>
              <a:off x="4862116" y="5216235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rgbClr val="1965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D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6DE9944F-CDD2-5068-A43E-4C37E4F483D4}"/>
                </a:ext>
              </a:extLst>
            </p:cNvPr>
            <p:cNvSpPr/>
            <p:nvPr/>
          </p:nvSpPr>
          <p:spPr>
            <a:xfrm>
              <a:off x="5370694" y="5216235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rgbClr val="1965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F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2EA63AD4-0F32-5D4D-49C2-2DC84438E80F}"/>
                </a:ext>
              </a:extLst>
            </p:cNvPr>
            <p:cNvSpPr/>
            <p:nvPr/>
          </p:nvSpPr>
          <p:spPr>
            <a:xfrm>
              <a:off x="5879272" y="5216235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rgbClr val="1965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G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11B1CC9F-0997-E72D-7E34-2E2DE3E38803}"/>
                </a:ext>
              </a:extLst>
            </p:cNvPr>
            <p:cNvSpPr/>
            <p:nvPr/>
          </p:nvSpPr>
          <p:spPr>
            <a:xfrm>
              <a:off x="6387850" y="5216235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rgbClr val="1965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H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B307B415-B536-35EF-E3ED-17FEF4E159DB}"/>
                </a:ext>
              </a:extLst>
            </p:cNvPr>
            <p:cNvSpPr/>
            <p:nvPr/>
          </p:nvSpPr>
          <p:spPr>
            <a:xfrm>
              <a:off x="6896428" y="5216235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rgbClr val="1965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J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5EA0648-C6E5-01BA-4D05-EBECBCCD605A}"/>
                </a:ext>
              </a:extLst>
            </p:cNvPr>
            <p:cNvSpPr/>
            <p:nvPr/>
          </p:nvSpPr>
          <p:spPr>
            <a:xfrm>
              <a:off x="7405006" y="5216235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rgbClr val="1965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K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19F1095F-3FE3-63E9-E456-7CADD664342A}"/>
                </a:ext>
              </a:extLst>
            </p:cNvPr>
            <p:cNvSpPr/>
            <p:nvPr/>
          </p:nvSpPr>
          <p:spPr>
            <a:xfrm>
              <a:off x="7913585" y="5216235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rgbClr val="1965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L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D455444A-FA6E-2945-06F6-314C06994919}"/>
                </a:ext>
              </a:extLst>
            </p:cNvPr>
            <p:cNvSpPr/>
            <p:nvPr/>
          </p:nvSpPr>
          <p:spPr>
            <a:xfrm>
              <a:off x="4375506" y="5785501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rgbClr val="1965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Z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456BA949-1B5F-921B-A729-B5793D811FB2}"/>
                </a:ext>
              </a:extLst>
            </p:cNvPr>
            <p:cNvSpPr/>
            <p:nvPr/>
          </p:nvSpPr>
          <p:spPr>
            <a:xfrm>
              <a:off x="4874328" y="5785501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rgbClr val="1965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X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265C0BD8-1101-3724-7F46-41BBBC9DCBB4}"/>
                </a:ext>
              </a:extLst>
            </p:cNvPr>
            <p:cNvSpPr/>
            <p:nvPr/>
          </p:nvSpPr>
          <p:spPr>
            <a:xfrm>
              <a:off x="5373150" y="5785501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rgbClr val="1965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C</a:t>
              </a: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E1E41DCB-F019-F9E4-B0C2-F011029CAEE7}"/>
                </a:ext>
              </a:extLst>
            </p:cNvPr>
            <p:cNvSpPr/>
            <p:nvPr/>
          </p:nvSpPr>
          <p:spPr>
            <a:xfrm>
              <a:off x="5871972" y="5785501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rgbClr val="1965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V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D26D0BD3-4DC1-A7FB-D029-E21C52DF17CB}"/>
                </a:ext>
              </a:extLst>
            </p:cNvPr>
            <p:cNvSpPr/>
            <p:nvPr/>
          </p:nvSpPr>
          <p:spPr>
            <a:xfrm>
              <a:off x="6370794" y="5785501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rgbClr val="1965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B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9BE5EE68-E403-5041-9C42-F8A329A117AE}"/>
                </a:ext>
              </a:extLst>
            </p:cNvPr>
            <p:cNvSpPr/>
            <p:nvPr/>
          </p:nvSpPr>
          <p:spPr>
            <a:xfrm>
              <a:off x="6869616" y="5785501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rgbClr val="1965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N</a:t>
              </a: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4ABC419-3E0D-0E4B-A173-255077618E25}"/>
                </a:ext>
              </a:extLst>
            </p:cNvPr>
            <p:cNvSpPr/>
            <p:nvPr/>
          </p:nvSpPr>
          <p:spPr>
            <a:xfrm>
              <a:off x="7368438" y="5785501"/>
              <a:ext cx="448056" cy="523220"/>
            </a:xfrm>
            <a:prstGeom prst="roundRect">
              <a:avLst>
                <a:gd name="adj" fmla="val 28912"/>
              </a:avLst>
            </a:prstGeom>
            <a:solidFill>
              <a:srgbClr val="1965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noProof="0" dirty="0">
                  <a:latin typeface="Century Gothic" panose="020B0502020202020204" pitchFamily="34" charset="0"/>
                </a:rPr>
                <a:t>M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ADF59C7D-45C0-6EE6-A787-97BDBCEF3B71}"/>
                </a:ext>
              </a:extLst>
            </p:cNvPr>
            <p:cNvSpPr/>
            <p:nvPr/>
          </p:nvSpPr>
          <p:spPr>
            <a:xfrm>
              <a:off x="7867263" y="5785501"/>
              <a:ext cx="730186" cy="523220"/>
            </a:xfrm>
            <a:prstGeom prst="roundRect">
              <a:avLst>
                <a:gd name="adj" fmla="val 20085"/>
              </a:avLst>
            </a:prstGeom>
            <a:solidFill>
              <a:srgbClr val="1965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b="1" noProof="0" dirty="0">
                <a:latin typeface="Century Gothic" panose="020B0502020202020204" pitchFamily="34" charset="0"/>
              </a:endParaRP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709BFFBE-B374-1094-292E-108F6AB0DEF4}"/>
                </a:ext>
              </a:extLst>
            </p:cNvPr>
            <p:cNvSpPr/>
            <p:nvPr/>
          </p:nvSpPr>
          <p:spPr>
            <a:xfrm>
              <a:off x="3594554" y="5785501"/>
              <a:ext cx="730186" cy="523220"/>
            </a:xfrm>
            <a:prstGeom prst="roundRect">
              <a:avLst>
                <a:gd name="adj" fmla="val 20085"/>
              </a:avLst>
            </a:prstGeom>
            <a:solidFill>
              <a:srgbClr val="1965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200" b="1" noProof="0" dirty="0">
                  <a:latin typeface="Century Gothic" panose="020B0502020202020204" pitchFamily="34" charset="0"/>
                </a:rPr>
                <a:t>ENTER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6E633D0-E6AF-A4C5-6A1B-7AB6B6D21F96}"/>
              </a:ext>
            </a:extLst>
          </p:cNvPr>
          <p:cNvGrpSpPr/>
          <p:nvPr/>
        </p:nvGrpSpPr>
        <p:grpSpPr>
          <a:xfrm>
            <a:off x="5382089" y="1356613"/>
            <a:ext cx="1427824" cy="2895297"/>
            <a:chOff x="5135990" y="1134942"/>
            <a:chExt cx="1427824" cy="2895297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9FA18A70-5CA2-ACDE-5315-6143A587C234}"/>
                </a:ext>
              </a:extLst>
            </p:cNvPr>
            <p:cNvSpPr/>
            <p:nvPr/>
          </p:nvSpPr>
          <p:spPr>
            <a:xfrm>
              <a:off x="5135990" y="1134942"/>
              <a:ext cx="448056" cy="448056"/>
            </a:xfrm>
            <a:prstGeom prst="roundRect">
              <a:avLst/>
            </a:prstGeom>
            <a:solidFill>
              <a:srgbClr val="0E38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noProof="0" dirty="0"/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2E87360F-CF03-91C9-332C-23D6B2A7A39E}"/>
                </a:ext>
              </a:extLst>
            </p:cNvPr>
            <p:cNvSpPr/>
            <p:nvPr/>
          </p:nvSpPr>
          <p:spPr>
            <a:xfrm>
              <a:off x="5135990" y="1624390"/>
              <a:ext cx="448056" cy="448056"/>
            </a:xfrm>
            <a:prstGeom prst="roundRect">
              <a:avLst/>
            </a:prstGeom>
            <a:solidFill>
              <a:srgbClr val="0E38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noProof="0" dirty="0"/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C46E24AF-E753-8260-DF20-F1850CF21967}"/>
                </a:ext>
              </a:extLst>
            </p:cNvPr>
            <p:cNvSpPr/>
            <p:nvPr/>
          </p:nvSpPr>
          <p:spPr>
            <a:xfrm>
              <a:off x="5135990" y="2113838"/>
              <a:ext cx="448056" cy="448056"/>
            </a:xfrm>
            <a:prstGeom prst="roundRect">
              <a:avLst/>
            </a:prstGeom>
            <a:solidFill>
              <a:srgbClr val="0E38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noProof="0" dirty="0"/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CB70E439-35E4-4D98-9D5B-F34C64DEA521}"/>
                </a:ext>
              </a:extLst>
            </p:cNvPr>
            <p:cNvSpPr/>
            <p:nvPr/>
          </p:nvSpPr>
          <p:spPr>
            <a:xfrm>
              <a:off x="5135990" y="2603286"/>
              <a:ext cx="448056" cy="448056"/>
            </a:xfrm>
            <a:prstGeom prst="roundRect">
              <a:avLst/>
            </a:prstGeom>
            <a:solidFill>
              <a:srgbClr val="0E38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noProof="0" dirty="0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355738FA-31FA-0A22-B8C8-9A3BC28ACA7B}"/>
                </a:ext>
              </a:extLst>
            </p:cNvPr>
            <p:cNvSpPr/>
            <p:nvPr/>
          </p:nvSpPr>
          <p:spPr>
            <a:xfrm>
              <a:off x="5135990" y="3092734"/>
              <a:ext cx="448056" cy="448056"/>
            </a:xfrm>
            <a:prstGeom prst="roundRect">
              <a:avLst/>
            </a:prstGeom>
            <a:solidFill>
              <a:srgbClr val="0E38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noProof="0" dirty="0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087929AE-ED35-3176-FE07-04E46D9B09BE}"/>
                </a:ext>
              </a:extLst>
            </p:cNvPr>
            <p:cNvSpPr/>
            <p:nvPr/>
          </p:nvSpPr>
          <p:spPr>
            <a:xfrm>
              <a:off x="5135990" y="3582183"/>
              <a:ext cx="448056" cy="448056"/>
            </a:xfrm>
            <a:prstGeom prst="roundRect">
              <a:avLst/>
            </a:prstGeom>
            <a:solidFill>
              <a:srgbClr val="0E38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noProof="0" dirty="0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9F9C5C31-C909-BB25-AE9E-953F406CE90B}"/>
                </a:ext>
              </a:extLst>
            </p:cNvPr>
            <p:cNvSpPr/>
            <p:nvPr/>
          </p:nvSpPr>
          <p:spPr>
            <a:xfrm>
              <a:off x="5625874" y="1134942"/>
              <a:ext cx="448056" cy="448056"/>
            </a:xfrm>
            <a:prstGeom prst="roundRect">
              <a:avLst/>
            </a:prstGeom>
            <a:solidFill>
              <a:srgbClr val="0E38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noProof="0" dirty="0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250AC63D-3242-ADF1-BB22-69125AD22260}"/>
                </a:ext>
              </a:extLst>
            </p:cNvPr>
            <p:cNvSpPr/>
            <p:nvPr/>
          </p:nvSpPr>
          <p:spPr>
            <a:xfrm>
              <a:off x="5625874" y="1624390"/>
              <a:ext cx="448056" cy="448056"/>
            </a:xfrm>
            <a:prstGeom prst="roundRect">
              <a:avLst/>
            </a:prstGeom>
            <a:solidFill>
              <a:srgbClr val="0E38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noProof="0" dirty="0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9A122936-5F70-052F-45BD-52454C9DBCE0}"/>
                </a:ext>
              </a:extLst>
            </p:cNvPr>
            <p:cNvSpPr/>
            <p:nvPr/>
          </p:nvSpPr>
          <p:spPr>
            <a:xfrm>
              <a:off x="5625874" y="2113838"/>
              <a:ext cx="448056" cy="448056"/>
            </a:xfrm>
            <a:prstGeom prst="roundRect">
              <a:avLst/>
            </a:prstGeom>
            <a:solidFill>
              <a:srgbClr val="0E38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noProof="0" dirty="0"/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BEE93031-555F-A1DC-5316-C666E2C3F18D}"/>
                </a:ext>
              </a:extLst>
            </p:cNvPr>
            <p:cNvSpPr/>
            <p:nvPr/>
          </p:nvSpPr>
          <p:spPr>
            <a:xfrm>
              <a:off x="5625874" y="2603286"/>
              <a:ext cx="448056" cy="448056"/>
            </a:xfrm>
            <a:prstGeom prst="roundRect">
              <a:avLst/>
            </a:prstGeom>
            <a:solidFill>
              <a:srgbClr val="0E38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noProof="0" dirty="0"/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03910645-CFB2-90FB-93B0-E97E9B5D0BCE}"/>
                </a:ext>
              </a:extLst>
            </p:cNvPr>
            <p:cNvSpPr/>
            <p:nvPr/>
          </p:nvSpPr>
          <p:spPr>
            <a:xfrm>
              <a:off x="5625874" y="3092734"/>
              <a:ext cx="448056" cy="448056"/>
            </a:xfrm>
            <a:prstGeom prst="roundRect">
              <a:avLst/>
            </a:prstGeom>
            <a:solidFill>
              <a:srgbClr val="0E38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noProof="0" dirty="0"/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E9606AE6-B959-87E9-8653-534628D869C2}"/>
                </a:ext>
              </a:extLst>
            </p:cNvPr>
            <p:cNvSpPr/>
            <p:nvPr/>
          </p:nvSpPr>
          <p:spPr>
            <a:xfrm>
              <a:off x="5625874" y="3582183"/>
              <a:ext cx="448056" cy="448056"/>
            </a:xfrm>
            <a:prstGeom prst="roundRect">
              <a:avLst/>
            </a:prstGeom>
            <a:solidFill>
              <a:srgbClr val="0E38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noProof="0" dirty="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7854C1B2-E169-B291-67A7-F5F1DFAAB06E}"/>
                </a:ext>
              </a:extLst>
            </p:cNvPr>
            <p:cNvSpPr/>
            <p:nvPr/>
          </p:nvSpPr>
          <p:spPr>
            <a:xfrm>
              <a:off x="6115758" y="1134942"/>
              <a:ext cx="448056" cy="448056"/>
            </a:xfrm>
            <a:prstGeom prst="roundRect">
              <a:avLst/>
            </a:prstGeom>
            <a:solidFill>
              <a:srgbClr val="0E38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noProof="0" dirty="0"/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4C304CC8-8AAE-4C10-BFB1-178F1E4538BE}"/>
                </a:ext>
              </a:extLst>
            </p:cNvPr>
            <p:cNvSpPr/>
            <p:nvPr/>
          </p:nvSpPr>
          <p:spPr>
            <a:xfrm>
              <a:off x="6115758" y="1624390"/>
              <a:ext cx="448056" cy="448056"/>
            </a:xfrm>
            <a:prstGeom prst="roundRect">
              <a:avLst/>
            </a:prstGeom>
            <a:solidFill>
              <a:srgbClr val="0E38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noProof="0" dirty="0"/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5229992C-868A-28D5-0346-D9681278FC34}"/>
                </a:ext>
              </a:extLst>
            </p:cNvPr>
            <p:cNvSpPr/>
            <p:nvPr/>
          </p:nvSpPr>
          <p:spPr>
            <a:xfrm>
              <a:off x="6115758" y="2113838"/>
              <a:ext cx="448056" cy="448056"/>
            </a:xfrm>
            <a:prstGeom prst="roundRect">
              <a:avLst/>
            </a:prstGeom>
            <a:solidFill>
              <a:srgbClr val="0E38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noProof="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9F29ED17-1E84-A56F-D36D-945C5DBD97D4}"/>
                </a:ext>
              </a:extLst>
            </p:cNvPr>
            <p:cNvSpPr/>
            <p:nvPr/>
          </p:nvSpPr>
          <p:spPr>
            <a:xfrm>
              <a:off x="6115758" y="2603286"/>
              <a:ext cx="448056" cy="448056"/>
            </a:xfrm>
            <a:prstGeom prst="roundRect">
              <a:avLst/>
            </a:prstGeom>
            <a:solidFill>
              <a:srgbClr val="0E38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noProof="0" dirty="0"/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A682F5AF-0D7A-DEFF-54E1-6C8AE6957222}"/>
                </a:ext>
              </a:extLst>
            </p:cNvPr>
            <p:cNvSpPr/>
            <p:nvPr/>
          </p:nvSpPr>
          <p:spPr>
            <a:xfrm>
              <a:off x="6115758" y="3092734"/>
              <a:ext cx="448056" cy="448056"/>
            </a:xfrm>
            <a:prstGeom prst="roundRect">
              <a:avLst/>
            </a:prstGeom>
            <a:solidFill>
              <a:srgbClr val="0E38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noProof="0" dirty="0"/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716916FA-F062-0B36-7B30-B3C6EBCD2607}"/>
                </a:ext>
              </a:extLst>
            </p:cNvPr>
            <p:cNvSpPr/>
            <p:nvPr/>
          </p:nvSpPr>
          <p:spPr>
            <a:xfrm>
              <a:off x="6115758" y="3582183"/>
              <a:ext cx="448056" cy="448056"/>
            </a:xfrm>
            <a:prstGeom prst="roundRect">
              <a:avLst/>
            </a:prstGeom>
            <a:solidFill>
              <a:srgbClr val="0E38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noProof="0" dirty="0"/>
            </a:p>
          </p:txBody>
        </p:sp>
      </p:grp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EDAED4B8-CA5A-C112-6632-DCD1D3933028}"/>
              </a:ext>
            </a:extLst>
          </p:cNvPr>
          <p:cNvSpPr/>
          <p:nvPr/>
        </p:nvSpPr>
        <p:spPr>
          <a:xfrm>
            <a:off x="7907714" y="350039"/>
            <a:ext cx="448056" cy="448056"/>
          </a:xfrm>
          <a:prstGeom prst="roundRect">
            <a:avLst/>
          </a:prstGeom>
          <a:solidFill>
            <a:srgbClr val="0E38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noProof="0" dirty="0"/>
              <a:t>-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58E9C63A-6BC7-1519-37DD-0D8DB13AA955}"/>
              </a:ext>
            </a:extLst>
          </p:cNvPr>
          <p:cNvSpPr/>
          <p:nvPr/>
        </p:nvSpPr>
        <p:spPr>
          <a:xfrm>
            <a:off x="9011460" y="350039"/>
            <a:ext cx="448056" cy="448056"/>
          </a:xfrm>
          <a:prstGeom prst="roundRect">
            <a:avLst/>
          </a:prstGeom>
          <a:solidFill>
            <a:srgbClr val="1965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+</a:t>
            </a:r>
            <a:endParaRPr lang="en-CA" b="1" noProof="0" dirty="0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84AEB423-100C-C7A4-DD6D-1F4ECEF53905}"/>
              </a:ext>
            </a:extLst>
          </p:cNvPr>
          <p:cNvSpPr/>
          <p:nvPr/>
        </p:nvSpPr>
        <p:spPr>
          <a:xfrm>
            <a:off x="8459587" y="350039"/>
            <a:ext cx="448056" cy="448056"/>
          </a:xfrm>
          <a:prstGeom prst="roundRect">
            <a:avLst/>
          </a:prstGeom>
          <a:solidFill>
            <a:srgbClr val="061808"/>
          </a:solidFill>
          <a:ln>
            <a:solidFill>
              <a:srgbClr val="1965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noProof="0" dirty="0"/>
              <a:t>3</a:t>
            </a:r>
          </a:p>
        </p:txBody>
      </p:sp>
      <p:pic>
        <p:nvPicPr>
          <p:cNvPr id="71" name="Graphic 70" descr="End with solid fill">
            <a:extLst>
              <a:ext uri="{FF2B5EF4-FFF2-40B4-BE49-F238E27FC236}">
                <a16:creationId xmlns:a16="http://schemas.microsoft.com/office/drawing/2014/main" id="{8D016DC0-B94E-0FA6-F69C-37891DE96F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18516" y="1432716"/>
            <a:ext cx="373753" cy="373753"/>
          </a:xfrm>
          <a:prstGeom prst="rect">
            <a:avLst/>
          </a:prstGeom>
        </p:spPr>
      </p:pic>
      <p:pic>
        <p:nvPicPr>
          <p:cNvPr id="75" name="Graphic 74" descr="Play with solid fill">
            <a:extLst>
              <a:ext uri="{FF2B5EF4-FFF2-40B4-BE49-F238E27FC236}">
                <a16:creationId xmlns:a16="http://schemas.microsoft.com/office/drawing/2014/main" id="{88155B99-FD9B-C02E-6A48-1909F44002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0479" y="1409674"/>
            <a:ext cx="373753" cy="373753"/>
          </a:xfrm>
          <a:prstGeom prst="rect">
            <a:avLst/>
          </a:prstGeom>
        </p:spPr>
      </p:pic>
      <p:pic>
        <p:nvPicPr>
          <p:cNvPr id="76" name="Graphic 75" descr="End with solid fill">
            <a:extLst>
              <a:ext uri="{FF2B5EF4-FFF2-40B4-BE49-F238E27FC236}">
                <a16:creationId xmlns:a16="http://schemas.microsoft.com/office/drawing/2014/main" id="{F0DBFDFB-9790-705D-5505-FC5DD34321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676233" y="1420530"/>
            <a:ext cx="373753" cy="373753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E42541C5-044D-B994-2F00-5C6305F7C6D6}"/>
              </a:ext>
            </a:extLst>
          </p:cNvPr>
          <p:cNvSpPr txBox="1"/>
          <p:nvPr/>
        </p:nvSpPr>
        <p:spPr>
          <a:xfrm>
            <a:off x="612747" y="871065"/>
            <a:ext cx="16672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Super Mario</a:t>
            </a:r>
            <a:endParaRPr lang="en-CA" sz="1600" noProof="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85A69841-739B-FF1B-5F46-F973203FD5FC}"/>
              </a:ext>
            </a:extLst>
          </p:cNvPr>
          <p:cNvGrpSpPr/>
          <p:nvPr/>
        </p:nvGrpSpPr>
        <p:grpSpPr>
          <a:xfrm>
            <a:off x="-2204576" y="2784403"/>
            <a:ext cx="1941105" cy="874035"/>
            <a:chOff x="319162" y="2784403"/>
            <a:chExt cx="1941105" cy="874035"/>
          </a:xfrm>
        </p:grpSpPr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6E03B167-4FAD-3C94-2EC5-CEF9DAC27231}"/>
                </a:ext>
              </a:extLst>
            </p:cNvPr>
            <p:cNvSpPr/>
            <p:nvPr/>
          </p:nvSpPr>
          <p:spPr>
            <a:xfrm>
              <a:off x="319162" y="2784403"/>
              <a:ext cx="1941105" cy="874035"/>
            </a:xfrm>
            <a:prstGeom prst="roundRect">
              <a:avLst>
                <a:gd name="adj" fmla="val 27808"/>
              </a:avLst>
            </a:prstGeom>
            <a:solidFill>
              <a:srgbClr val="061808"/>
            </a:solidFill>
            <a:ln>
              <a:noFill/>
            </a:ln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entury Gothic" panose="020B0502020202020204" pitchFamily="34" charset="0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5C7E565-6F36-1D34-D0D2-83F868C1BC80}"/>
                </a:ext>
              </a:extLst>
            </p:cNvPr>
            <p:cNvSpPr txBox="1"/>
            <p:nvPr/>
          </p:nvSpPr>
          <p:spPr>
            <a:xfrm>
              <a:off x="457094" y="2898255"/>
              <a:ext cx="16652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background</a:t>
              </a:r>
              <a:br>
                <a:rPr lang="es-CO" dirty="0">
                  <a:solidFill>
                    <a:schemeClr val="bg1"/>
                  </a:solidFill>
                  <a:latin typeface="Century Gothic" panose="020B0502020202020204" pitchFamily="34" charset="0"/>
                </a:rPr>
              </a:br>
              <a:r>
                <a:rPr lang="es-CO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#</a:t>
              </a:r>
              <a:r>
                <a:rPr lang="en-CA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061808</a:t>
              </a:r>
              <a:endParaRPr lang="en-US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A010F817-8D26-BE13-19EF-8A10515F1914}"/>
              </a:ext>
            </a:extLst>
          </p:cNvPr>
          <p:cNvGrpSpPr/>
          <p:nvPr/>
        </p:nvGrpSpPr>
        <p:grpSpPr>
          <a:xfrm>
            <a:off x="-2204576" y="3832892"/>
            <a:ext cx="1941105" cy="874035"/>
            <a:chOff x="7082541" y="2474787"/>
            <a:chExt cx="1941105" cy="874035"/>
          </a:xfrm>
        </p:grpSpPr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47A8AC73-EEE8-3B46-BEF6-C0F319E16F04}"/>
                </a:ext>
              </a:extLst>
            </p:cNvPr>
            <p:cNvSpPr/>
            <p:nvPr/>
          </p:nvSpPr>
          <p:spPr>
            <a:xfrm>
              <a:off x="7082541" y="2474787"/>
              <a:ext cx="1941105" cy="874035"/>
            </a:xfrm>
            <a:prstGeom prst="roundRect">
              <a:avLst>
                <a:gd name="adj" fmla="val 30979"/>
              </a:avLst>
            </a:prstGeom>
            <a:solidFill>
              <a:srgbClr val="0E3813"/>
            </a:solidFill>
            <a:ln>
              <a:noFill/>
            </a:ln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entury Gothic" panose="020B0502020202020204" pitchFamily="34" charset="0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482F4F6F-CBCE-C28D-F6F7-87EE4D46B1F7}"/>
                </a:ext>
              </a:extLst>
            </p:cNvPr>
            <p:cNvSpPr txBox="1"/>
            <p:nvPr/>
          </p:nvSpPr>
          <p:spPr>
            <a:xfrm>
              <a:off x="7082541" y="2588639"/>
              <a:ext cx="194110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second-accent</a:t>
              </a:r>
              <a:br>
                <a:rPr lang="en-CA" dirty="0">
                  <a:solidFill>
                    <a:schemeClr val="bg1"/>
                  </a:solidFill>
                  <a:latin typeface="Century Gothic" panose="020B0502020202020204" pitchFamily="34" charset="0"/>
                </a:rPr>
              </a:br>
              <a:r>
                <a:rPr lang="en-CA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#0E3813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C91A9D6D-340E-227D-56C0-9734E30BCD34}"/>
              </a:ext>
            </a:extLst>
          </p:cNvPr>
          <p:cNvGrpSpPr/>
          <p:nvPr/>
        </p:nvGrpSpPr>
        <p:grpSpPr>
          <a:xfrm>
            <a:off x="-2204576" y="4881380"/>
            <a:ext cx="1941105" cy="874035"/>
            <a:chOff x="8777285" y="4425326"/>
            <a:chExt cx="1941105" cy="874035"/>
          </a:xfrm>
        </p:grpSpPr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B6330C9D-6794-0011-F3CF-5C33D41CB1F8}"/>
                </a:ext>
              </a:extLst>
            </p:cNvPr>
            <p:cNvSpPr/>
            <p:nvPr/>
          </p:nvSpPr>
          <p:spPr>
            <a:xfrm>
              <a:off x="8777285" y="4425326"/>
              <a:ext cx="1941105" cy="874035"/>
            </a:xfrm>
            <a:prstGeom prst="roundRect">
              <a:avLst>
                <a:gd name="adj" fmla="val 27808"/>
              </a:avLst>
            </a:prstGeom>
            <a:solidFill>
              <a:srgbClr val="196522"/>
            </a:solidFill>
            <a:ln>
              <a:noFill/>
            </a:ln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entury Gothic" panose="020B0502020202020204" pitchFamily="34" charset="0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B3E195B-B6C5-AEFE-C3E4-B4004CD46EB0}"/>
                </a:ext>
              </a:extLst>
            </p:cNvPr>
            <p:cNvSpPr txBox="1"/>
            <p:nvPr/>
          </p:nvSpPr>
          <p:spPr>
            <a:xfrm>
              <a:off x="8786466" y="4539178"/>
              <a:ext cx="19227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primary-accent</a:t>
              </a:r>
              <a:br>
                <a:rPr lang="en-CA" dirty="0">
                  <a:solidFill>
                    <a:schemeClr val="bg1"/>
                  </a:solidFill>
                  <a:latin typeface="Century Gothic" panose="020B0502020202020204" pitchFamily="34" charset="0"/>
                </a:rPr>
              </a:br>
              <a:r>
                <a:rPr lang="en-CA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#196522</a:t>
              </a: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93F0BCD4-28F8-1404-85CA-3C8C80EFF74E}"/>
              </a:ext>
            </a:extLst>
          </p:cNvPr>
          <p:cNvGrpSpPr/>
          <p:nvPr/>
        </p:nvGrpSpPr>
        <p:grpSpPr>
          <a:xfrm>
            <a:off x="-1325599" y="229217"/>
            <a:ext cx="1052946" cy="1052946"/>
            <a:chOff x="8106953" y="2220067"/>
            <a:chExt cx="1052946" cy="1052946"/>
          </a:xfrm>
        </p:grpSpPr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6D474F78-291A-FB74-DFDB-682325D101B9}"/>
                </a:ext>
              </a:extLst>
            </p:cNvPr>
            <p:cNvSpPr/>
            <p:nvPr/>
          </p:nvSpPr>
          <p:spPr>
            <a:xfrm>
              <a:off x="8106953" y="2220067"/>
              <a:ext cx="1052946" cy="1052946"/>
            </a:xfrm>
            <a:prstGeom prst="roundRect">
              <a:avLst>
                <a:gd name="adj" fmla="val 20176"/>
              </a:avLst>
            </a:prstGeom>
            <a:solidFill>
              <a:srgbClr val="0E38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1" name="Graphic 100" descr="Plant with solid fill">
              <a:extLst>
                <a:ext uri="{FF2B5EF4-FFF2-40B4-BE49-F238E27FC236}">
                  <a16:creationId xmlns:a16="http://schemas.microsoft.com/office/drawing/2014/main" id="{33B65ED9-7A16-DB49-10FE-F9E11BC0390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88052" y="2401166"/>
              <a:ext cx="690748" cy="690748"/>
            </a:xfrm>
            <a:prstGeom prst="rect">
              <a:avLst/>
            </a:prstGeom>
          </p:spPr>
        </p:pic>
      </p:grpSp>
      <p:pic>
        <p:nvPicPr>
          <p:cNvPr id="105" name="Graphic 104" descr="Pause with solid fill">
            <a:extLst>
              <a:ext uri="{FF2B5EF4-FFF2-40B4-BE49-F238E27FC236}">
                <a16:creationId xmlns:a16="http://schemas.microsoft.com/office/drawing/2014/main" id="{7DF7A112-7B0F-CE68-FEE4-E3067DA809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834738" y="1925076"/>
            <a:ext cx="374904" cy="37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494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107</Words>
  <Application>Microsoft Office PowerPoint</Application>
  <PresentationFormat>Widescreen</PresentationFormat>
  <Paragraphs>76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Century Gothic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Yarib Suárez Granados</dc:creator>
  <cp:lastModifiedBy>Yarib Suárez Granados</cp:lastModifiedBy>
  <cp:revision>1</cp:revision>
  <dcterms:created xsi:type="dcterms:W3CDTF">2026-05-13T14:01:12Z</dcterms:created>
  <dcterms:modified xsi:type="dcterms:W3CDTF">2026-05-13T21:16:24Z</dcterms:modified>
</cp:coreProperties>
</file>